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LAYOUT A · Centre stage. Map in the middle, the traveller’s products on both sides, AGIL® Secure ISMP at the heart.
[1:45–2:45]  So how does it work? Please follow the numbers.
One. Before travel, the traveller enrols once in the FastPass app: a passport scan and a selfie. The credential stays safely on the phone.
Two and three. As they walk up to the lane, the phone pairs with it by Bluetooth. Then they walk through the e-gate. The camera matches the face to the phone, without stopping, and the status TV shows their name and a green "Cleared".
Four. Before security screening, the profile check reader confirms it is the same person.
Five. At the gate, the boarding kiosk clears them by face. No passport. No boarding pass.
And six, behind every step, AGIL Secure ISMP sees the whole journey. Officers step in only when something needs attention.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LAYOUT B · Two layers. Top: what the traveller uses, in order. Bottom: what operators see — the ISMP dashboard and the 3D operational view of every touchpoint.
[1:45–2:45]  So how does it work? Please follow the numbers.
One. Before travel, the traveller enrols once in the FastPass app: a passport scan and a selfie. The credential stays safely on the phone.
Two and three. As they walk up to the lane, the phone pairs with it by Bluetooth. Then they walk through the e-gate. The camera matches the face to the phone, without stopping, and the status TV shows their name and a green "Cleared".
Four. Before security screening, the profile check reader confirms it is the same person.
Five. At the gate, the boarding kiosk clears them by face. No passport. No boarding pass.
And six, behind every step, AGIL Secure ISMP sees the whole journey. Officers step in only when something needs attention.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LAYOUT C · Bento. Full-bleed product tiles in one grid; the journey map is the wide hero tile.
[1:45–2:45]  So how does it work? Please follow the numbers.
One. Before travel, the traveller enrols once in the FastPass app: a passport scan and a selfie. The credential stays safely on the phone.
Two and three. As they walk up to the lane, the phone pairs with it by Bluetooth. Then they walk through the e-gate. The camera matches the face to the phone, without stopping, and the status TV shows their name and a green "Cleared".
Four. Before security screening, the profile check reader confirms it is the same person.
Five. At the gate, the boarding kiosk clears them by face. No passport. No boarding pass.
And six, behind every step, AGIL Secure ISMP sees the whole journey. Officers step in only when something needs attention.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png"/><Relationship Id="rId3" Type="http://schemas.openxmlformats.org/officeDocument/2006/relationships/image" Target="../media/ST_CONTENT-image-3.png"/><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T_CONTENT">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tmp/claude-0/-home-user-sgqy/b70fb111-7300-56ba-abe4-4b6e17d8c33e/scratchpad/assets/v4/redbar.png">    </p:cNvPr>
          <p:cNvPicPr>
            <a:picLocks noChangeAspect="1"/>
          </p:cNvPicPr>
          <p:nvPr/>
        </p:nvPicPr>
        <p:blipFill>
          <a:blip r:embed="rId1"/>
          <a:stretch>
            <a:fillRect/>
          </a:stretch>
        </p:blipFill>
        <p:spPr>
          <a:xfrm>
            <a:off x="0" y="0"/>
            <a:ext cx="137160" cy="1673352"/>
          </a:xfrm>
          <a:prstGeom prst="rect">
            <a:avLst/>
          </a:prstGeom>
        </p:spPr>
      </p:pic>
      <p:pic>
        <p:nvPicPr>
          <p:cNvPr id="3" name="Image 1" descr="/tmp/claude-0/-home-user-sgqy/b70fb111-7300-56ba-abe4-4b6e17d8c33e/scratchpad/assets/common/logo_color.png">    </p:cNvPr>
          <p:cNvPicPr>
            <a:picLocks noChangeAspect="1"/>
          </p:cNvPicPr>
          <p:nvPr/>
        </p:nvPicPr>
        <p:blipFill>
          <a:blip r:embed="rId2"/>
          <a:stretch>
            <a:fillRect/>
          </a:stretch>
        </p:blipFill>
        <p:spPr>
          <a:xfrm>
            <a:off x="9710928" y="384048"/>
            <a:ext cx="1920240" cy="576072"/>
          </a:xfrm>
          <a:prstGeom prst="rect">
            <a:avLst/>
          </a:prstGeom>
        </p:spPr>
      </p:pic>
      <p:sp>
        <p:nvSpPr>
          <p:cNvPr id="4" name="Text 0"/>
          <p:cNvSpPr/>
          <p:nvPr>
            <p:ph idx="102" type="body" hasCustomPrompt="1"/>
          </p:nvPr>
        </p:nvSpPr>
        <p:spPr>
          <a:xfrm>
            <a:off x="429768" y="566928"/>
            <a:ext cx="8686800" cy="292608"/>
          </a:xfrm>
          <a:prstGeom prst="rect">
            <a:avLst/>
          </a:prstGeom>
          <a:noFill/>
          <a:ln/>
        </p:spPr>
        <p:txBody>
          <a:bodyPr wrap="square" rtlCol="0"/>
          <a:lstStyle>
            <a:lvl1pPr algn="l" indent="0" marL="0">
              <a:buNone/>
              <a:defRPr lang="en-US" sz="1400" dirty="0">
                <a:solidFill>
                  <a:schemeClr val="accent4"/>
                </a:solidFill>
              </a:defRPr>
            </a:lvl1pPr>
          </a:lstStyle>
          <a:p>
            <a:pPr algn="l" indent="0" marL="0">
              <a:buNone/>
            </a:pPr>
            <a:endParaRPr lang="en-US" sz="1400" dirty="0"/>
          </a:p>
        </p:txBody>
      </p:sp>
      <p:sp>
        <p:nvSpPr>
          <p:cNvPr id="5" name="Text 0"/>
          <p:cNvSpPr/>
          <p:nvPr>
            <p:ph idx="103" type="title" hasCustomPrompt="1"/>
          </p:nvPr>
        </p:nvSpPr>
        <p:spPr>
          <a:xfrm>
            <a:off x="411480" y="868680"/>
            <a:ext cx="9235440" cy="530352"/>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6" name="Text 0"/>
          <p:cNvSpPr/>
          <p:nvPr/>
        </p:nvSpPr>
        <p:spPr>
          <a:xfrm>
            <a:off x="694944" y="6382512"/>
            <a:ext cx="182880" cy="256032"/>
          </a:xfrm>
          <a:prstGeom prst="rect">
            <a:avLst/>
          </a:prstGeom>
          <a:noFill/>
          <a:ln/>
        </p:spPr>
        <p:txBody>
          <a:bodyPr wrap="square" lIns="0" tIns="0" rIns="0" bIns="0" rtlCol="0" anchor="ctr"/>
          <a:lstStyle/>
          <a:p>
            <a:pPr indent="0" marL="0">
              <a:buNone/>
            </a:pPr>
            <a:r>
              <a:rPr lang="en-US" sz="1200" dirty="0">
                <a:solidFill>
                  <a:schemeClr val="accent4"/>
                </a:solidFill>
              </a:rPr>
              <a:t>|</a:t>
            </a:r>
            <a:endParaRPr lang="en-US" sz="1200" dirty="0"/>
          </a:p>
        </p:txBody>
      </p:sp>
      <p:sp>
        <p:nvSpPr>
          <p:cNvPr id="25" name="Slide Number Placeholder 0"/>
          <p:cNvSpPr>
            <a:spLocks noGrp="1"/>
          </p:cNvSpPr>
          <p:nvPr>
            <p:ph type="sldNum" sz="quarter" idx="4294967295"/>
          </p:nvPr>
        </p:nvSpPr>
        <p:spPr>
          <a:xfrm>
            <a:off x="329184" y="6382512"/>
            <a:ext cx="329184" cy="256032"/>
          </a:xfrm>
          <a:prstGeom prst="rect">
            <a:avLst/>
          </a:prstGeom>
          <a:extLst>
            <a:ext uri="{C572A759-6A51-4108-AA02-DFA0A04FC94B}">
              <ma14:wrappingTextBoxFlag xmlns:ma14="http://schemas.microsoft.com/office/mac/drawingml/2011/main" val="0"/>
            </a:ext>
          </a:extLst>
        </p:spPr>
        <p:txBody>
          <a:bodyPr lIns="0" tIns="0" rIns="0" bIns="0" anchor="ctr"/>
          <a:lstStyle>
            <a:lvl1pPr>
              <a:defRPr sz="1200">
                <a:solidFill>
                  <a:schemeClr val="accent4"/>
                </a:solidFill>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329184" y="6382512"/>
            <a:ext cx="329184" cy="256032"/>
          </a:xfrm>
          <a:prstGeom prst="rect">
            <a:avLst/>
          </a:prstGeom>
          <a:extLst>
            <a:ext uri="{C572A759-6A51-4108-AA02-DFA0A04FC94B}">
              <ma14:wrappingTextBoxFlag xmlns:ma14="http://schemas.microsoft.com/office/mac/drawingml/2011/main" val="0"/>
            </a:ext>
          </a:extLst>
        </p:spPr>
        <p:txBody>
          <a:bodyPr lIns="0" tIns="0" rIns="0" bIns="0" anchor="ctr"/>
          <a:lstStyle>
            <a:lvl1pPr>
              <a:defRPr sz="12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image" Target="../media/image-1-10.png"/><Relationship Id="rId11" Type="http://schemas.openxmlformats.org/officeDocument/2006/relationships/image" Target="../media/image-1-11.png"/><Relationship Id="rId12" Type="http://schemas.openxmlformats.org/officeDocument/2006/relationships/image" Target="../media/image-1-12.png"/><Relationship Id="rId13" Type="http://schemas.openxmlformats.org/officeDocument/2006/relationships/slideLayout" Target="../slideLayouts/slideLayout2.xml"/><Relationship Id="rId1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image" Target="../media/image-2-10.png"/><Relationship Id="rId11" Type="http://schemas.openxmlformats.org/officeDocument/2006/relationships/image" Target="../media/image-2-11.png"/><Relationship Id="rId12" Type="http://schemas.openxmlformats.org/officeDocument/2006/relationships/image" Target="../media/image-2-12.png"/><Relationship Id="rId13" Type="http://schemas.openxmlformats.org/officeDocument/2006/relationships/image" Target="../media/image-2-13.png"/><Relationship Id="rId14" Type="http://schemas.openxmlformats.org/officeDocument/2006/relationships/image" Target="../media/image-2-14.png"/><Relationship Id="rId15" Type="http://schemas.openxmlformats.org/officeDocument/2006/relationships/image" Target="../media/image-2-15.png"/><Relationship Id="rId16" Type="http://schemas.openxmlformats.org/officeDocument/2006/relationships/slideLayout" Target="../slideLayouts/slideLayout2.xml"/><Relationship Id="rId1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image" Target="../media/image-3-11.png"/><Relationship Id="rId12" Type="http://schemas.openxmlformats.org/officeDocument/2006/relationships/image" Target="../media/image-3-12.png"/><Relationship Id="rId13" Type="http://schemas.openxmlformats.org/officeDocument/2006/relationships/image" Target="../media/image-3-13.png"/><Relationship Id="rId14" Type="http://schemas.openxmlformats.org/officeDocument/2006/relationships/slideLayout" Target="../slideLayouts/slideLayout2.xml"/><Relationship Id="rId15"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2" type="body" hasCustomPrompt="1"/>
          </p:nvPr>
        </p:nvSpPr>
        <p:spPr>
          <a:xfrm>
            <a:off x="429768" y="566928"/>
            <a:ext cx="8686800" cy="292608"/>
          </a:xfrm>
          <a:prstGeom prst="rect">
            <a:avLst/>
          </a:prstGeom>
          <a:noFill/>
          <a:ln/>
        </p:spPr>
        <p:txBody>
          <a:bodyPr wrap="square" lIns="0" tIns="0" rIns="0" bIns="0" rtlCol="0" anchor="ctr"/>
          <a:lstStyle/>
          <a:p>
            <a:pPr algn="l" indent="0" marL="0">
              <a:buNone/>
            </a:pPr>
            <a:r>
              <a:rPr lang="en-US" sz="1400" dirty="0">
                <a:solidFill>
                  <a:schemeClr val="accent4"/>
                </a:solidFill>
              </a:rPr>
              <a:t>FastPass Solution – Curb to Gate</a:t>
            </a:r>
            <a:endParaRPr lang="en-US" sz="1400" dirty="0"/>
          </a:p>
        </p:txBody>
      </p:sp>
      <p:sp>
        <p:nvSpPr>
          <p:cNvPr id="3" name="Text 0"/>
          <p:cNvSpPr/>
          <p:nvPr>
            <p:ph idx="103" type="title" hasCustomPrompt="1"/>
          </p:nvPr>
        </p:nvSpPr>
        <p:spPr>
          <a:xfrm>
            <a:off x="411480" y="868680"/>
            <a:ext cx="9235440" cy="530352"/>
          </a:xfrm>
          <a:prstGeom prst="rect">
            <a:avLst/>
          </a:prstGeom>
          <a:noFill/>
          <a:ln/>
        </p:spPr>
        <p:txBody>
          <a:bodyPr wrap="square" lIns="0" tIns="0" rIns="0" bIns="0" rtlCol="0" anchor="ctr"/>
          <a:lstStyle/>
          <a:p>
            <a:pPr algn="l" indent="0" marL="0">
              <a:buNone/>
            </a:pPr>
            <a:r>
              <a:rPr lang="en-US" sz="3000" b="1" dirty="0">
                <a:solidFill>
                  <a:schemeClr val="tx1"/>
                </a:solidFill>
              </a:rPr>
              <a:t>One identity, from curb to gate</a:t>
            </a:r>
            <a:endParaRPr lang="en-US" sz="3000" dirty="0"/>
          </a:p>
        </p:txBody>
      </p:sp>
      <p:sp>
        <p:nvSpPr>
          <p:cNvPr id="4" name="Shape 2"/>
          <p:cNvSpPr/>
          <p:nvPr/>
        </p:nvSpPr>
        <p:spPr>
          <a:xfrm>
            <a:off x="3666744" y="1572768"/>
            <a:ext cx="4858207" cy="1661201"/>
          </a:xfrm>
          <a:prstGeom prst="roundRect">
            <a:avLst>
              <a:gd name="adj" fmla="val 8807"/>
            </a:avLst>
          </a:prstGeom>
          <a:solidFill>
            <a:schemeClr val="bg1">
              <a:alpha val="65000"/>
            </a:schemeClr>
          </a:solidFill>
          <a:ln w="12700">
            <a:solidFill>
              <a:schemeClr val="bg1"/>
            </a:solidFill>
            <a:prstDash val="solid"/>
          </a:ln>
        </p:spPr>
      </p:sp>
      <p:pic>
        <p:nvPicPr>
          <p:cNvPr id="5" name="Curb-to-gate journey map" descr="/tmp/claude-0/-home-user-sgqy/b70fb111-7300-56ba-abe4-4b6e17d8c33e/scratchpad/journey/sf_pearl.png">    </p:cNvPr>
          <p:cNvPicPr>
            <a:picLocks noChangeAspect="1"/>
          </p:cNvPicPr>
          <p:nvPr/>
        </p:nvPicPr>
        <p:blipFill>
          <a:blip r:embed="rId1"/>
          <a:stretch>
            <a:fillRect/>
          </a:stretch>
        </p:blipFill>
        <p:spPr>
          <a:xfrm>
            <a:off x="3561141" y="640689"/>
            <a:ext cx="4866127" cy="2737265"/>
          </a:xfrm>
          <a:prstGeom prst="rect">
            <a:avLst/>
          </a:prstGeom>
        </p:spPr>
      </p:pic>
      <p:sp>
        <p:nvSpPr>
          <p:cNvPr id="6" name="Shape 3"/>
          <p:cNvSpPr/>
          <p:nvPr/>
        </p:nvSpPr>
        <p:spPr>
          <a:xfrm>
            <a:off x="4137435" y="2502402"/>
            <a:ext cx="329184" cy="329184"/>
          </a:xfrm>
          <a:prstGeom prst="ellipse">
            <a:avLst/>
          </a:prstGeom>
          <a:solidFill>
            <a:schemeClr val="accent1">
              <a:alpha val="20000"/>
            </a:schemeClr>
          </a:solidFill>
          <a:ln/>
        </p:spPr>
      </p:sp>
      <p:sp>
        <p:nvSpPr>
          <p:cNvPr id="7" name="Shape 4"/>
          <p:cNvSpPr/>
          <p:nvPr/>
        </p:nvSpPr>
        <p:spPr>
          <a:xfrm>
            <a:off x="4192299" y="2557266"/>
            <a:ext cx="219456" cy="219456"/>
          </a:xfrm>
          <a:prstGeom prst="ellipse">
            <a:avLst/>
          </a:prstGeom>
          <a:solidFill>
            <a:schemeClr val="accent1"/>
          </a:solidFill>
          <a:ln w="15875">
            <a:solidFill>
              <a:schemeClr val="bg1"/>
            </a:solidFill>
            <a:prstDash val="solid"/>
          </a:ln>
        </p:spPr>
      </p:sp>
      <p:sp>
        <p:nvSpPr>
          <p:cNvPr id="8" name="Text 5"/>
          <p:cNvSpPr txBox="1"/>
          <p:nvPr/>
        </p:nvSpPr>
        <p:spPr>
          <a:xfrm>
            <a:off x="4192299" y="2557266"/>
            <a:ext cx="219456" cy="219456"/>
          </a:xfrm>
          <a:prstGeom prst="rect">
            <a:avLst/>
          </a:prstGeom>
          <a:noFill/>
          <a:ln/>
        </p:spPr>
        <p:txBody>
          <a:bodyPr wrap="square" lIns="0" tIns="0" rIns="0" bIns="0" rtlCol="0" anchor="ctr"/>
          <a:lstStyle/>
          <a:p>
            <a:pPr algn="ctr" indent="0" marL="0">
              <a:buNone/>
            </a:pPr>
            <a:r>
              <a:rPr lang="en-US" sz="950" b="1" dirty="0">
                <a:solidFill>
                  <a:schemeClr val="bg1"/>
                </a:solidFill>
              </a:rPr>
              <a:t>1</a:t>
            </a:r>
            <a:endParaRPr lang="en-US" sz="950" dirty="0"/>
          </a:p>
        </p:txBody>
      </p:sp>
      <p:sp>
        <p:nvSpPr>
          <p:cNvPr id="9" name="Shape 6"/>
          <p:cNvSpPr/>
          <p:nvPr/>
        </p:nvSpPr>
        <p:spPr>
          <a:xfrm>
            <a:off x="4594011" y="2274297"/>
            <a:ext cx="329184" cy="329184"/>
          </a:xfrm>
          <a:prstGeom prst="ellipse">
            <a:avLst/>
          </a:prstGeom>
          <a:solidFill>
            <a:schemeClr val="accent1">
              <a:alpha val="20000"/>
            </a:schemeClr>
          </a:solidFill>
          <a:ln/>
        </p:spPr>
      </p:sp>
      <p:sp>
        <p:nvSpPr>
          <p:cNvPr id="10" name="Shape 7"/>
          <p:cNvSpPr/>
          <p:nvPr/>
        </p:nvSpPr>
        <p:spPr>
          <a:xfrm>
            <a:off x="4648875" y="2329161"/>
            <a:ext cx="219456" cy="219456"/>
          </a:xfrm>
          <a:prstGeom prst="ellipse">
            <a:avLst/>
          </a:prstGeom>
          <a:solidFill>
            <a:schemeClr val="accent1"/>
          </a:solidFill>
          <a:ln w="15875">
            <a:solidFill>
              <a:schemeClr val="bg1"/>
            </a:solidFill>
            <a:prstDash val="solid"/>
          </a:ln>
        </p:spPr>
      </p:sp>
      <p:sp>
        <p:nvSpPr>
          <p:cNvPr id="11" name="Text 8"/>
          <p:cNvSpPr txBox="1"/>
          <p:nvPr/>
        </p:nvSpPr>
        <p:spPr>
          <a:xfrm>
            <a:off x="4648875" y="2329161"/>
            <a:ext cx="219456" cy="219456"/>
          </a:xfrm>
          <a:prstGeom prst="rect">
            <a:avLst/>
          </a:prstGeom>
          <a:noFill/>
          <a:ln/>
        </p:spPr>
        <p:txBody>
          <a:bodyPr wrap="square" lIns="0" tIns="0" rIns="0" bIns="0" rtlCol="0" anchor="ctr"/>
          <a:lstStyle/>
          <a:p>
            <a:pPr algn="ctr" indent="0" marL="0">
              <a:buNone/>
            </a:pPr>
            <a:r>
              <a:rPr lang="en-US" sz="950" b="1" dirty="0">
                <a:solidFill>
                  <a:schemeClr val="bg1"/>
                </a:solidFill>
              </a:rPr>
              <a:t>2</a:t>
            </a:r>
            <a:endParaRPr lang="en-US" sz="950" dirty="0"/>
          </a:p>
        </p:txBody>
      </p:sp>
      <p:sp>
        <p:nvSpPr>
          <p:cNvPr id="12" name="Shape 9"/>
          <p:cNvSpPr/>
          <p:nvPr/>
        </p:nvSpPr>
        <p:spPr>
          <a:xfrm>
            <a:off x="5362270" y="1889985"/>
            <a:ext cx="329184" cy="329184"/>
          </a:xfrm>
          <a:prstGeom prst="ellipse">
            <a:avLst/>
          </a:prstGeom>
          <a:solidFill>
            <a:schemeClr val="accent1">
              <a:alpha val="20000"/>
            </a:schemeClr>
          </a:solidFill>
          <a:ln/>
        </p:spPr>
      </p:sp>
      <p:sp>
        <p:nvSpPr>
          <p:cNvPr id="13" name="Shape 10"/>
          <p:cNvSpPr/>
          <p:nvPr/>
        </p:nvSpPr>
        <p:spPr>
          <a:xfrm>
            <a:off x="5417134" y="1944849"/>
            <a:ext cx="219456" cy="219456"/>
          </a:xfrm>
          <a:prstGeom prst="ellipse">
            <a:avLst/>
          </a:prstGeom>
          <a:solidFill>
            <a:schemeClr val="accent1"/>
          </a:solidFill>
          <a:ln w="15875">
            <a:solidFill>
              <a:schemeClr val="bg1"/>
            </a:solidFill>
            <a:prstDash val="solid"/>
          </a:ln>
        </p:spPr>
      </p:sp>
      <p:sp>
        <p:nvSpPr>
          <p:cNvPr id="14" name="Text 11"/>
          <p:cNvSpPr txBox="1"/>
          <p:nvPr/>
        </p:nvSpPr>
        <p:spPr>
          <a:xfrm>
            <a:off x="5417134" y="1944849"/>
            <a:ext cx="219456" cy="219456"/>
          </a:xfrm>
          <a:prstGeom prst="rect">
            <a:avLst/>
          </a:prstGeom>
          <a:noFill/>
          <a:ln/>
        </p:spPr>
        <p:txBody>
          <a:bodyPr wrap="square" lIns="0" tIns="0" rIns="0" bIns="0" rtlCol="0" anchor="ctr"/>
          <a:lstStyle/>
          <a:p>
            <a:pPr algn="ctr" indent="0" marL="0">
              <a:buNone/>
            </a:pPr>
            <a:r>
              <a:rPr lang="en-US" sz="950" b="1" dirty="0">
                <a:solidFill>
                  <a:schemeClr val="bg1"/>
                </a:solidFill>
              </a:rPr>
              <a:t>3</a:t>
            </a:r>
            <a:endParaRPr lang="en-US" sz="950" dirty="0"/>
          </a:p>
        </p:txBody>
      </p:sp>
      <p:sp>
        <p:nvSpPr>
          <p:cNvPr id="15" name="Shape 12"/>
          <p:cNvSpPr/>
          <p:nvPr/>
        </p:nvSpPr>
        <p:spPr>
          <a:xfrm>
            <a:off x="6007169" y="2103857"/>
            <a:ext cx="329184" cy="329184"/>
          </a:xfrm>
          <a:prstGeom prst="ellipse">
            <a:avLst/>
          </a:prstGeom>
          <a:solidFill>
            <a:schemeClr val="accent1">
              <a:alpha val="20000"/>
            </a:schemeClr>
          </a:solidFill>
          <a:ln/>
        </p:spPr>
      </p:sp>
      <p:sp>
        <p:nvSpPr>
          <p:cNvPr id="16" name="Shape 13"/>
          <p:cNvSpPr/>
          <p:nvPr/>
        </p:nvSpPr>
        <p:spPr>
          <a:xfrm>
            <a:off x="6062033" y="2158721"/>
            <a:ext cx="219456" cy="219456"/>
          </a:xfrm>
          <a:prstGeom prst="ellipse">
            <a:avLst/>
          </a:prstGeom>
          <a:solidFill>
            <a:schemeClr val="accent1"/>
          </a:solidFill>
          <a:ln w="15875">
            <a:solidFill>
              <a:schemeClr val="bg1"/>
            </a:solidFill>
            <a:prstDash val="solid"/>
          </a:ln>
        </p:spPr>
      </p:sp>
      <p:sp>
        <p:nvSpPr>
          <p:cNvPr id="17" name="Text 14"/>
          <p:cNvSpPr txBox="1"/>
          <p:nvPr/>
        </p:nvSpPr>
        <p:spPr>
          <a:xfrm>
            <a:off x="6062033" y="2158721"/>
            <a:ext cx="219456" cy="219456"/>
          </a:xfrm>
          <a:prstGeom prst="rect">
            <a:avLst/>
          </a:prstGeom>
          <a:noFill/>
          <a:ln/>
        </p:spPr>
        <p:txBody>
          <a:bodyPr wrap="square" lIns="0" tIns="0" rIns="0" bIns="0" rtlCol="0" anchor="ctr"/>
          <a:lstStyle/>
          <a:p>
            <a:pPr algn="ctr" indent="0" marL="0">
              <a:buNone/>
            </a:pPr>
            <a:r>
              <a:rPr lang="en-US" sz="950" b="1" dirty="0">
                <a:solidFill>
                  <a:schemeClr val="bg1"/>
                </a:solidFill>
              </a:rPr>
              <a:t>4</a:t>
            </a:r>
            <a:endParaRPr lang="en-US" sz="950" dirty="0"/>
          </a:p>
        </p:txBody>
      </p:sp>
      <p:sp>
        <p:nvSpPr>
          <p:cNvPr id="18" name="Shape 15"/>
          <p:cNvSpPr/>
          <p:nvPr/>
        </p:nvSpPr>
        <p:spPr>
          <a:xfrm>
            <a:off x="6941854" y="2571382"/>
            <a:ext cx="329184" cy="329184"/>
          </a:xfrm>
          <a:prstGeom prst="ellipse">
            <a:avLst/>
          </a:prstGeom>
          <a:solidFill>
            <a:schemeClr val="accent1">
              <a:alpha val="20000"/>
            </a:schemeClr>
          </a:solidFill>
          <a:ln/>
        </p:spPr>
      </p:sp>
      <p:sp>
        <p:nvSpPr>
          <p:cNvPr id="19" name="Shape 16"/>
          <p:cNvSpPr/>
          <p:nvPr/>
        </p:nvSpPr>
        <p:spPr>
          <a:xfrm>
            <a:off x="6996718" y="2626246"/>
            <a:ext cx="219456" cy="219456"/>
          </a:xfrm>
          <a:prstGeom prst="ellipse">
            <a:avLst/>
          </a:prstGeom>
          <a:solidFill>
            <a:schemeClr val="accent1"/>
          </a:solidFill>
          <a:ln w="15875">
            <a:solidFill>
              <a:schemeClr val="bg1"/>
            </a:solidFill>
            <a:prstDash val="solid"/>
          </a:ln>
        </p:spPr>
      </p:sp>
      <p:sp>
        <p:nvSpPr>
          <p:cNvPr id="20" name="Text 17"/>
          <p:cNvSpPr txBox="1"/>
          <p:nvPr/>
        </p:nvSpPr>
        <p:spPr>
          <a:xfrm>
            <a:off x="6996718" y="2626246"/>
            <a:ext cx="219456" cy="219456"/>
          </a:xfrm>
          <a:prstGeom prst="rect">
            <a:avLst/>
          </a:prstGeom>
          <a:noFill/>
          <a:ln/>
        </p:spPr>
        <p:txBody>
          <a:bodyPr wrap="square" lIns="0" tIns="0" rIns="0" bIns="0" rtlCol="0" anchor="ctr"/>
          <a:lstStyle/>
          <a:p>
            <a:pPr algn="ctr" indent="0" marL="0">
              <a:buNone/>
            </a:pPr>
            <a:r>
              <a:rPr lang="en-US" sz="950" b="1" dirty="0">
                <a:solidFill>
                  <a:schemeClr val="bg1"/>
                </a:solidFill>
              </a:rPr>
              <a:t>5</a:t>
            </a:r>
            <a:endParaRPr lang="en-US" sz="950" dirty="0"/>
          </a:p>
        </p:txBody>
      </p:sp>
      <p:sp>
        <p:nvSpPr>
          <p:cNvPr id="21" name="Shape 18"/>
          <p:cNvSpPr/>
          <p:nvPr/>
        </p:nvSpPr>
        <p:spPr>
          <a:xfrm>
            <a:off x="5478695" y="2710800"/>
            <a:ext cx="329184" cy="329184"/>
          </a:xfrm>
          <a:prstGeom prst="ellipse">
            <a:avLst/>
          </a:prstGeom>
          <a:solidFill>
            <a:schemeClr val="accent1">
              <a:alpha val="20000"/>
            </a:schemeClr>
          </a:solidFill>
          <a:ln/>
        </p:spPr>
      </p:sp>
      <p:sp>
        <p:nvSpPr>
          <p:cNvPr id="22" name="Shape 19"/>
          <p:cNvSpPr/>
          <p:nvPr/>
        </p:nvSpPr>
        <p:spPr>
          <a:xfrm>
            <a:off x="5533559" y="2765664"/>
            <a:ext cx="219456" cy="219456"/>
          </a:xfrm>
          <a:prstGeom prst="ellipse">
            <a:avLst/>
          </a:prstGeom>
          <a:solidFill>
            <a:schemeClr val="accent1"/>
          </a:solidFill>
          <a:ln w="15875">
            <a:solidFill>
              <a:schemeClr val="bg1"/>
            </a:solidFill>
            <a:prstDash val="solid"/>
          </a:ln>
        </p:spPr>
      </p:sp>
      <p:sp>
        <p:nvSpPr>
          <p:cNvPr id="23" name="Text 20"/>
          <p:cNvSpPr txBox="1"/>
          <p:nvPr/>
        </p:nvSpPr>
        <p:spPr>
          <a:xfrm>
            <a:off x="5533559" y="2765664"/>
            <a:ext cx="219456" cy="219456"/>
          </a:xfrm>
          <a:prstGeom prst="rect">
            <a:avLst/>
          </a:prstGeom>
          <a:noFill/>
          <a:ln/>
        </p:spPr>
        <p:txBody>
          <a:bodyPr wrap="square" lIns="0" tIns="0" rIns="0" bIns="0" rtlCol="0" anchor="ctr"/>
          <a:lstStyle/>
          <a:p>
            <a:pPr algn="ctr" indent="0" marL="0">
              <a:buNone/>
            </a:pPr>
            <a:r>
              <a:rPr lang="en-US" sz="950" b="1" dirty="0">
                <a:solidFill>
                  <a:schemeClr val="bg1"/>
                </a:solidFill>
              </a:rPr>
              <a:t>6</a:t>
            </a:r>
            <a:endParaRPr lang="en-US" sz="950" dirty="0"/>
          </a:p>
        </p:txBody>
      </p:sp>
      <p:sp>
        <p:nvSpPr>
          <p:cNvPr id="24" name="Shape 21"/>
          <p:cNvSpPr/>
          <p:nvPr/>
        </p:nvSpPr>
        <p:spPr>
          <a:xfrm>
            <a:off x="5672023" y="1783080"/>
            <a:ext cx="274320" cy="0"/>
          </a:xfrm>
          <a:prstGeom prst="line">
            <a:avLst/>
          </a:prstGeom>
          <a:noFill/>
          <a:ln w="25400">
            <a:solidFill>
              <a:schemeClr val="accent1"/>
            </a:solidFill>
            <a:prstDash val="solid"/>
          </a:ln>
        </p:spPr>
      </p:sp>
      <p:sp>
        <p:nvSpPr>
          <p:cNvPr id="25" name="Text 22"/>
          <p:cNvSpPr txBox="1"/>
          <p:nvPr/>
        </p:nvSpPr>
        <p:spPr>
          <a:xfrm>
            <a:off x="6019495" y="1700784"/>
            <a:ext cx="1005840" cy="164592"/>
          </a:xfrm>
          <a:prstGeom prst="rect">
            <a:avLst/>
          </a:prstGeom>
          <a:noFill/>
          <a:ln/>
        </p:spPr>
        <p:txBody>
          <a:bodyPr wrap="square" lIns="0" tIns="0" rIns="0" bIns="0" rtlCol="0" anchor="ctr"/>
          <a:lstStyle/>
          <a:p>
            <a:pPr indent="0" marL="0">
              <a:buNone/>
            </a:pPr>
            <a:r>
              <a:rPr lang="en-US" sz="900" dirty="0">
                <a:solidFill>
                  <a:srgbClr val="4A5870"/>
                </a:solidFill>
              </a:rPr>
              <a:t>Traveller path</a:t>
            </a:r>
            <a:endParaRPr lang="en-US" sz="900" dirty="0"/>
          </a:p>
        </p:txBody>
      </p:sp>
      <p:sp>
        <p:nvSpPr>
          <p:cNvPr id="26" name="Shape 23"/>
          <p:cNvSpPr/>
          <p:nvPr/>
        </p:nvSpPr>
        <p:spPr>
          <a:xfrm>
            <a:off x="6997903" y="1783080"/>
            <a:ext cx="274320" cy="0"/>
          </a:xfrm>
          <a:prstGeom prst="line">
            <a:avLst/>
          </a:prstGeom>
          <a:noFill/>
          <a:ln w="19050">
            <a:solidFill>
              <a:schemeClr val="accent1"/>
            </a:solidFill>
            <a:prstDash val="dash"/>
          </a:ln>
        </p:spPr>
      </p:sp>
      <p:sp>
        <p:nvSpPr>
          <p:cNvPr id="27" name="Text 24"/>
          <p:cNvSpPr txBox="1"/>
          <p:nvPr/>
        </p:nvSpPr>
        <p:spPr>
          <a:xfrm>
            <a:off x="7345375" y="1700784"/>
            <a:ext cx="1097280" cy="164592"/>
          </a:xfrm>
          <a:prstGeom prst="rect">
            <a:avLst/>
          </a:prstGeom>
          <a:noFill/>
          <a:ln/>
        </p:spPr>
        <p:txBody>
          <a:bodyPr wrap="square" lIns="0" tIns="0" rIns="0" bIns="0" rtlCol="0" anchor="ctr"/>
          <a:lstStyle/>
          <a:p>
            <a:pPr indent="0" marL="0">
              <a:buNone/>
            </a:pPr>
            <a:r>
              <a:rPr lang="en-US" sz="900" dirty="0">
                <a:solidFill>
                  <a:srgbClr val="4A5870"/>
                </a:solidFill>
              </a:rPr>
              <a:t>ISMP oversight</a:t>
            </a:r>
            <a:endParaRPr lang="en-US" sz="900" dirty="0"/>
          </a:p>
        </p:txBody>
      </p:sp>
      <p:sp>
        <p:nvSpPr>
          <p:cNvPr id="28" name="Shape 25"/>
          <p:cNvSpPr/>
          <p:nvPr/>
        </p:nvSpPr>
        <p:spPr>
          <a:xfrm>
            <a:off x="548640" y="1572768"/>
            <a:ext cx="2971800" cy="2276856"/>
          </a:xfrm>
          <a:prstGeom prst="roundRect">
            <a:avLst>
              <a:gd name="adj" fmla="val 6426"/>
            </a:avLst>
          </a:prstGeom>
          <a:solidFill>
            <a:schemeClr val="bg1"/>
          </a:solidFill>
          <a:ln/>
          <a:effectLst>
            <a:outerShdw sx="100000" sy="100000" kx="0" ky="0" algn="bl" rotWithShape="0" blurRad="177800" dist="38100" dir="5400000">
              <a:srgbClr val="0A1628">
                <a:alpha val="12000"/>
              </a:srgbClr>
            </a:outerShdw>
          </a:effectLst>
        </p:spPr>
      </p:sp>
      <p:pic>
        <p:nvPicPr>
          <p:cNvPr id="29" name="a1" descr="/tmp/claude-0/-home-user-sgqy/b70fb111-7300-56ba-abe4-4b6e17d8c33e/scratchpad/assets/v7/a1.png">    </p:cNvPr>
          <p:cNvPicPr>
            <a:picLocks noChangeAspect="1"/>
          </p:cNvPicPr>
          <p:nvPr/>
        </p:nvPicPr>
        <p:blipFill>
          <a:blip r:embed="rId2"/>
          <a:stretch>
            <a:fillRect/>
          </a:stretch>
        </p:blipFill>
        <p:spPr>
          <a:xfrm>
            <a:off x="548640" y="1572768"/>
            <a:ext cx="2971800" cy="2276856"/>
          </a:xfrm>
          <a:prstGeom prst="rect">
            <a:avLst/>
          </a:prstGeom>
        </p:spPr>
      </p:pic>
      <p:sp>
        <p:nvSpPr>
          <p:cNvPr id="30" name="Shape 26"/>
          <p:cNvSpPr/>
          <p:nvPr/>
        </p:nvSpPr>
        <p:spPr>
          <a:xfrm>
            <a:off x="548640" y="3995928"/>
            <a:ext cx="2971800" cy="2276856"/>
          </a:xfrm>
          <a:prstGeom prst="roundRect">
            <a:avLst>
              <a:gd name="adj" fmla="val 6426"/>
            </a:avLst>
          </a:prstGeom>
          <a:solidFill>
            <a:schemeClr val="bg1"/>
          </a:solidFill>
          <a:ln/>
          <a:effectLst>
            <a:outerShdw sx="100000" sy="100000" kx="0" ky="0" algn="bl" rotWithShape="0" blurRad="177800" dist="38100" dir="5400000">
              <a:srgbClr val="0A1628">
                <a:alpha val="12000"/>
              </a:srgbClr>
            </a:outerShdw>
          </a:effectLst>
        </p:spPr>
      </p:sp>
      <p:pic>
        <p:nvPicPr>
          <p:cNvPr id="31" name="a23" descr="/tmp/claude-0/-home-user-sgqy/b70fb111-7300-56ba-abe4-4b6e17d8c33e/scratchpad/assets/v7/a23.png">    </p:cNvPr>
          <p:cNvPicPr>
            <a:picLocks noChangeAspect="1"/>
          </p:cNvPicPr>
          <p:nvPr/>
        </p:nvPicPr>
        <p:blipFill>
          <a:blip r:embed="rId3"/>
          <a:stretch>
            <a:fillRect/>
          </a:stretch>
        </p:blipFill>
        <p:spPr>
          <a:xfrm>
            <a:off x="548640" y="3995928"/>
            <a:ext cx="2971800" cy="2276856"/>
          </a:xfrm>
          <a:prstGeom prst="rect">
            <a:avLst/>
          </a:prstGeom>
        </p:spPr>
      </p:pic>
      <p:sp>
        <p:nvSpPr>
          <p:cNvPr id="32" name="Shape 27"/>
          <p:cNvSpPr/>
          <p:nvPr/>
        </p:nvSpPr>
        <p:spPr>
          <a:xfrm>
            <a:off x="8671255" y="1572768"/>
            <a:ext cx="2971800" cy="2276856"/>
          </a:xfrm>
          <a:prstGeom prst="roundRect">
            <a:avLst>
              <a:gd name="adj" fmla="val 6426"/>
            </a:avLst>
          </a:prstGeom>
          <a:solidFill>
            <a:schemeClr val="bg1"/>
          </a:solidFill>
          <a:ln/>
          <a:effectLst>
            <a:outerShdw sx="100000" sy="100000" kx="0" ky="0" algn="bl" rotWithShape="0" blurRad="177800" dist="38100" dir="5400000">
              <a:srgbClr val="0A1628">
                <a:alpha val="12000"/>
              </a:srgbClr>
            </a:outerShdw>
          </a:effectLst>
        </p:spPr>
      </p:sp>
      <p:pic>
        <p:nvPicPr>
          <p:cNvPr id="33" name="a4" descr="/tmp/claude-0/-home-user-sgqy/b70fb111-7300-56ba-abe4-4b6e17d8c33e/scratchpad/assets/v7/a4.png">    </p:cNvPr>
          <p:cNvPicPr>
            <a:picLocks noChangeAspect="1"/>
          </p:cNvPicPr>
          <p:nvPr/>
        </p:nvPicPr>
        <p:blipFill>
          <a:blip r:embed="rId4"/>
          <a:stretch>
            <a:fillRect/>
          </a:stretch>
        </p:blipFill>
        <p:spPr>
          <a:xfrm>
            <a:off x="8671255" y="1572768"/>
            <a:ext cx="2971800" cy="2276856"/>
          </a:xfrm>
          <a:prstGeom prst="rect">
            <a:avLst/>
          </a:prstGeom>
        </p:spPr>
      </p:pic>
      <p:sp>
        <p:nvSpPr>
          <p:cNvPr id="34" name="Shape 28"/>
          <p:cNvSpPr/>
          <p:nvPr/>
        </p:nvSpPr>
        <p:spPr>
          <a:xfrm>
            <a:off x="8671255" y="3995928"/>
            <a:ext cx="2971800" cy="2276856"/>
          </a:xfrm>
          <a:prstGeom prst="roundRect">
            <a:avLst>
              <a:gd name="adj" fmla="val 6426"/>
            </a:avLst>
          </a:prstGeom>
          <a:solidFill>
            <a:schemeClr val="bg1"/>
          </a:solidFill>
          <a:ln/>
          <a:effectLst>
            <a:outerShdw sx="100000" sy="100000" kx="0" ky="0" algn="bl" rotWithShape="0" blurRad="177800" dist="38100" dir="5400000">
              <a:srgbClr val="0A1628">
                <a:alpha val="12000"/>
              </a:srgbClr>
            </a:outerShdw>
          </a:effectLst>
        </p:spPr>
      </p:sp>
      <p:pic>
        <p:nvPicPr>
          <p:cNvPr id="35" name="a5" descr="/tmp/claude-0/-home-user-sgqy/b70fb111-7300-56ba-abe4-4b6e17d8c33e/scratchpad/assets/v7/a5.png">    </p:cNvPr>
          <p:cNvPicPr>
            <a:picLocks noChangeAspect="1"/>
          </p:cNvPicPr>
          <p:nvPr/>
        </p:nvPicPr>
        <p:blipFill>
          <a:blip r:embed="rId5"/>
          <a:stretch>
            <a:fillRect/>
          </a:stretch>
        </p:blipFill>
        <p:spPr>
          <a:xfrm>
            <a:off x="8671255" y="3995928"/>
            <a:ext cx="2971800" cy="2276856"/>
          </a:xfrm>
          <a:prstGeom prst="rect">
            <a:avLst/>
          </a:prstGeom>
        </p:spPr>
      </p:pic>
      <p:sp>
        <p:nvSpPr>
          <p:cNvPr id="36" name="Shape 29"/>
          <p:cNvSpPr/>
          <p:nvPr/>
        </p:nvSpPr>
        <p:spPr>
          <a:xfrm>
            <a:off x="3666744" y="3380273"/>
            <a:ext cx="4858207" cy="2892511"/>
          </a:xfrm>
          <a:prstGeom prst="roundRect">
            <a:avLst>
              <a:gd name="adj" fmla="val 5058"/>
            </a:avLst>
          </a:prstGeom>
          <a:solidFill>
            <a:schemeClr val="bg1"/>
          </a:solidFill>
          <a:ln/>
          <a:effectLst>
            <a:outerShdw sx="100000" sy="100000" kx="0" ky="0" algn="bl" rotWithShape="0" blurRad="177800" dist="38100" dir="5400000">
              <a:srgbClr val="0A1628">
                <a:alpha val="12000"/>
              </a:srgbClr>
            </a:outerShdw>
          </a:effectLst>
        </p:spPr>
      </p:sp>
      <p:pic>
        <p:nvPicPr>
          <p:cNvPr id="37" name="AGIL Secure ISMP" descr="/tmp/claude-0/-home-user-sgqy/b70fb111-7300-56ba-abe4-4b6e17d8c33e/scratchpad/assets/v7/a6.png">    </p:cNvPr>
          <p:cNvPicPr>
            <a:picLocks noChangeAspect="1"/>
          </p:cNvPicPr>
          <p:nvPr/>
        </p:nvPicPr>
        <p:blipFill>
          <a:blip r:embed="rId6"/>
          <a:stretch>
            <a:fillRect/>
          </a:stretch>
        </p:blipFill>
        <p:spPr>
          <a:xfrm>
            <a:off x="3666744" y="3380273"/>
            <a:ext cx="4858207" cy="2892511"/>
          </a:xfrm>
          <a:prstGeom prst="rect">
            <a:avLst/>
          </a:prstGeom>
        </p:spPr>
      </p:pic>
      <p:sp>
        <p:nvSpPr>
          <p:cNvPr id="38" name="Shape 30"/>
          <p:cNvSpPr/>
          <p:nvPr/>
        </p:nvSpPr>
        <p:spPr>
          <a:xfrm>
            <a:off x="658368" y="1682496"/>
            <a:ext cx="2062337" cy="585216"/>
          </a:xfrm>
          <a:prstGeom prst="roundRect">
            <a:avLst>
              <a:gd name="adj" fmla="val 15625"/>
            </a:avLst>
          </a:prstGeom>
          <a:solidFill>
            <a:schemeClr val="bg1">
              <a:alpha val="94000"/>
            </a:schemeClr>
          </a:solidFill>
          <a:ln/>
          <a:effectLst>
            <a:outerShdw sx="100000" sy="100000" kx="0" ky="0" algn="bl" rotWithShape="0" blurRad="177800" dist="38100" dir="5400000">
              <a:srgbClr val="0A1628">
                <a:alpha val="12000"/>
              </a:srgbClr>
            </a:outerShdw>
          </a:effectLst>
        </p:spPr>
      </p:sp>
      <p:sp>
        <p:nvSpPr>
          <p:cNvPr id="39" name="Shape 31"/>
          <p:cNvSpPr/>
          <p:nvPr/>
        </p:nvSpPr>
        <p:spPr>
          <a:xfrm>
            <a:off x="768096" y="1755648"/>
            <a:ext cx="237744" cy="237744"/>
          </a:xfrm>
          <a:prstGeom prst="ellipse">
            <a:avLst/>
          </a:prstGeom>
          <a:solidFill>
            <a:schemeClr val="accent1"/>
          </a:solidFill>
          <a:ln/>
        </p:spPr>
      </p:sp>
      <p:sp>
        <p:nvSpPr>
          <p:cNvPr id="40" name="Text 32"/>
          <p:cNvSpPr txBox="1"/>
          <p:nvPr/>
        </p:nvSpPr>
        <p:spPr>
          <a:xfrm>
            <a:off x="768096" y="1755648"/>
            <a:ext cx="237744" cy="237744"/>
          </a:xfrm>
          <a:prstGeom prst="rect">
            <a:avLst/>
          </a:prstGeom>
          <a:no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41" name="Text 33"/>
          <p:cNvSpPr txBox="1"/>
          <p:nvPr/>
        </p:nvSpPr>
        <p:spPr>
          <a:xfrm>
            <a:off x="1097280" y="1728216"/>
            <a:ext cx="1623425" cy="292608"/>
          </a:xfrm>
          <a:prstGeom prst="rect">
            <a:avLst/>
          </a:prstGeom>
          <a:noFill/>
          <a:ln/>
        </p:spPr>
        <p:txBody>
          <a:bodyPr wrap="square" lIns="0" tIns="0" rIns="0" bIns="0" rtlCol="0" anchor="ctr"/>
          <a:lstStyle/>
          <a:p>
            <a:pPr indent="0" marL="0">
              <a:buNone/>
            </a:pPr>
            <a:r>
              <a:rPr lang="en-US" sz="1300" b="1" dirty="0">
                <a:solidFill>
                  <a:schemeClr val="tx1"/>
                </a:solidFill>
              </a:rPr>
              <a:t>Enrol before travel</a:t>
            </a:r>
            <a:endParaRPr lang="en-US" sz="1300" dirty="0"/>
          </a:p>
        </p:txBody>
      </p:sp>
      <p:pic>
        <p:nvPicPr>
          <p:cNvPr id="42" name="Image 6" descr="preencoded.png">    </p:cNvPr>
          <p:cNvPicPr>
            <a:picLocks noChangeAspect="1"/>
          </p:cNvPicPr>
          <p:nvPr/>
        </p:nvPicPr>
        <p:blipFill>
          <a:blip r:embed="rId7"/>
          <a:stretch>
            <a:fillRect/>
          </a:stretch>
        </p:blipFill>
        <p:spPr>
          <a:xfrm>
            <a:off x="804672" y="2029968"/>
            <a:ext cx="173736" cy="173736"/>
          </a:xfrm>
          <a:prstGeom prst="rect">
            <a:avLst/>
          </a:prstGeom>
        </p:spPr>
      </p:pic>
      <p:sp>
        <p:nvSpPr>
          <p:cNvPr id="43" name="Text 34"/>
          <p:cNvSpPr txBox="1"/>
          <p:nvPr/>
        </p:nvSpPr>
        <p:spPr>
          <a:xfrm>
            <a:off x="1097280" y="1993392"/>
            <a:ext cx="1623425" cy="237744"/>
          </a:xfrm>
          <a:prstGeom prst="rect">
            <a:avLst/>
          </a:prstGeom>
          <a:noFill/>
          <a:ln/>
        </p:spPr>
        <p:txBody>
          <a:bodyPr wrap="square" lIns="0" tIns="0" rIns="0" bIns="0" rtlCol="0" anchor="ctr"/>
          <a:lstStyle/>
          <a:p>
            <a:pPr indent="0" marL="0">
              <a:buNone/>
            </a:pPr>
            <a:r>
              <a:rPr lang="en-US" sz="1100" b="1" dirty="0">
                <a:solidFill>
                  <a:schemeClr val="accent1"/>
                </a:solidFill>
              </a:rPr>
              <a:t>FastPass Mobile App</a:t>
            </a:r>
            <a:endParaRPr lang="en-US" sz="1100" dirty="0"/>
          </a:p>
        </p:txBody>
      </p:sp>
      <p:sp>
        <p:nvSpPr>
          <p:cNvPr id="44" name="Shape 35"/>
          <p:cNvSpPr/>
          <p:nvPr/>
        </p:nvSpPr>
        <p:spPr>
          <a:xfrm>
            <a:off x="658368" y="4105656"/>
            <a:ext cx="2876903" cy="621792"/>
          </a:xfrm>
          <a:prstGeom prst="roundRect">
            <a:avLst>
              <a:gd name="adj" fmla="val 14706"/>
            </a:avLst>
          </a:prstGeom>
          <a:solidFill>
            <a:schemeClr val="bg1">
              <a:alpha val="94000"/>
            </a:schemeClr>
          </a:solidFill>
          <a:ln/>
          <a:effectLst>
            <a:outerShdw sx="100000" sy="100000" kx="0" ky="0" algn="bl" rotWithShape="0" blurRad="177800" dist="38100" dir="5400000">
              <a:srgbClr val="0A1628">
                <a:alpha val="12000"/>
              </a:srgbClr>
            </a:outerShdw>
          </a:effectLst>
        </p:spPr>
      </p:sp>
      <p:sp>
        <p:nvSpPr>
          <p:cNvPr id="45" name="Shape 36"/>
          <p:cNvSpPr/>
          <p:nvPr/>
        </p:nvSpPr>
        <p:spPr>
          <a:xfrm>
            <a:off x="768096" y="4178808"/>
            <a:ext cx="219456" cy="219456"/>
          </a:xfrm>
          <a:prstGeom prst="ellipse">
            <a:avLst/>
          </a:prstGeom>
          <a:solidFill>
            <a:schemeClr val="accent1"/>
          </a:solidFill>
          <a:ln/>
        </p:spPr>
      </p:sp>
      <p:sp>
        <p:nvSpPr>
          <p:cNvPr id="46" name="Text 37"/>
          <p:cNvSpPr txBox="1"/>
          <p:nvPr/>
        </p:nvSpPr>
        <p:spPr>
          <a:xfrm>
            <a:off x="768096" y="4178808"/>
            <a:ext cx="219456" cy="219456"/>
          </a:xfrm>
          <a:prstGeom prst="rect">
            <a:avLst/>
          </a:prstGeom>
          <a:noFill/>
          <a:ln/>
        </p:spPr>
        <p:txBody>
          <a:bodyPr wrap="square" lIns="0" tIns="0" rIns="0" bIns="0" rtlCol="0" anchor="ctr"/>
          <a:lstStyle/>
          <a:p>
            <a:pPr algn="ctr" indent="0" marL="0">
              <a:buNone/>
            </a:pPr>
            <a:r>
              <a:rPr lang="en-US" sz="1000" b="1" dirty="0">
                <a:solidFill>
                  <a:schemeClr val="bg1"/>
                </a:solidFill>
              </a:rPr>
              <a:t>2</a:t>
            </a:r>
            <a:endParaRPr lang="en-US" sz="1000" dirty="0"/>
          </a:p>
        </p:txBody>
      </p:sp>
      <p:sp>
        <p:nvSpPr>
          <p:cNvPr id="47" name="Text 38"/>
          <p:cNvSpPr txBox="1"/>
          <p:nvPr/>
        </p:nvSpPr>
        <p:spPr>
          <a:xfrm>
            <a:off x="1097280" y="4160520"/>
            <a:ext cx="2437991" cy="256032"/>
          </a:xfrm>
          <a:prstGeom prst="rect">
            <a:avLst/>
          </a:prstGeom>
          <a:noFill/>
          <a:ln/>
        </p:spPr>
        <p:txBody>
          <a:bodyPr wrap="square" lIns="0" tIns="0" rIns="0" bIns="0" rtlCol="0" anchor="ctr"/>
          <a:lstStyle/>
          <a:p>
            <a:pPr indent="0" marL="0">
              <a:buNone/>
            </a:pPr>
            <a:r>
              <a:rPr lang="en-US" sz="1300" b="1" dirty="0">
                <a:solidFill>
                  <a:schemeClr val="tx1"/>
                </a:solidFill>
              </a:rPr>
              <a:t>Approach</a:t>
            </a:r>
            <a:pPr indent="0" marL="0">
              <a:buNone/>
            </a:pPr>
            <a:r>
              <a:rPr lang="en-US" sz="1100" b="1" dirty="0">
                <a:solidFill>
                  <a:schemeClr val="accent1"/>
                </a:solidFill>
              </a:rPr>
              <a:t>  BLE pairing</a:t>
            </a:r>
            <a:endParaRPr lang="en-US" sz="1400" dirty="0"/>
          </a:p>
        </p:txBody>
      </p:sp>
      <p:sp>
        <p:nvSpPr>
          <p:cNvPr id="48" name="Shape 39"/>
          <p:cNvSpPr/>
          <p:nvPr/>
        </p:nvSpPr>
        <p:spPr>
          <a:xfrm>
            <a:off x="768096" y="4443984"/>
            <a:ext cx="219456" cy="219456"/>
          </a:xfrm>
          <a:prstGeom prst="ellipse">
            <a:avLst/>
          </a:prstGeom>
          <a:solidFill>
            <a:schemeClr val="accent1"/>
          </a:solidFill>
          <a:ln/>
        </p:spPr>
      </p:sp>
      <p:sp>
        <p:nvSpPr>
          <p:cNvPr id="49" name="Text 40"/>
          <p:cNvSpPr txBox="1"/>
          <p:nvPr/>
        </p:nvSpPr>
        <p:spPr>
          <a:xfrm>
            <a:off x="768096" y="4443984"/>
            <a:ext cx="219456" cy="219456"/>
          </a:xfrm>
          <a:prstGeom prst="rect">
            <a:avLst/>
          </a:prstGeom>
          <a:noFill/>
          <a:ln/>
        </p:spPr>
        <p:txBody>
          <a:bodyPr wrap="square" lIns="0" tIns="0" rIns="0" bIns="0" rtlCol="0" anchor="ctr"/>
          <a:lstStyle/>
          <a:p>
            <a:pPr algn="ctr" indent="0" marL="0">
              <a:buNone/>
            </a:pPr>
            <a:r>
              <a:rPr lang="en-US" sz="1000" b="1" dirty="0">
                <a:solidFill>
                  <a:schemeClr val="bg1"/>
                </a:solidFill>
              </a:rPr>
              <a:t>3</a:t>
            </a:r>
            <a:endParaRPr lang="en-US" sz="1000" dirty="0"/>
          </a:p>
        </p:txBody>
      </p:sp>
      <p:sp>
        <p:nvSpPr>
          <p:cNvPr id="50" name="Text 41"/>
          <p:cNvSpPr txBox="1"/>
          <p:nvPr/>
        </p:nvSpPr>
        <p:spPr>
          <a:xfrm>
            <a:off x="1097280" y="4425696"/>
            <a:ext cx="2437991" cy="256032"/>
          </a:xfrm>
          <a:prstGeom prst="rect">
            <a:avLst/>
          </a:prstGeom>
          <a:noFill/>
          <a:ln/>
        </p:spPr>
        <p:txBody>
          <a:bodyPr wrap="square" lIns="0" tIns="0" rIns="0" bIns="0" rtlCol="0" anchor="ctr"/>
          <a:lstStyle/>
          <a:p>
            <a:pPr indent="0" marL="0">
              <a:buNone/>
            </a:pPr>
            <a:r>
              <a:rPr lang="en-US" sz="1300" b="1" dirty="0">
                <a:solidFill>
                  <a:schemeClr val="tx1"/>
                </a:solidFill>
              </a:rPr>
              <a:t>Walk through</a:t>
            </a:r>
            <a:pPr indent="0" marL="0">
              <a:buNone/>
            </a:pPr>
            <a:r>
              <a:rPr lang="en-US" sz="1100" b="1" dirty="0">
                <a:solidFill>
                  <a:schemeClr val="accent1"/>
                </a:solidFill>
              </a:rPr>
              <a:t>  Biometric E-Gate</a:t>
            </a:r>
            <a:endParaRPr lang="en-US" sz="1400" dirty="0"/>
          </a:p>
        </p:txBody>
      </p:sp>
      <p:sp>
        <p:nvSpPr>
          <p:cNvPr id="51" name="Shape 42"/>
          <p:cNvSpPr/>
          <p:nvPr/>
        </p:nvSpPr>
        <p:spPr>
          <a:xfrm>
            <a:off x="2221992" y="5468112"/>
            <a:ext cx="1188720" cy="694944"/>
          </a:xfrm>
          <a:prstGeom prst="roundRect">
            <a:avLst>
              <a:gd name="adj" fmla="val 10526"/>
            </a:avLst>
          </a:prstGeom>
          <a:solidFill>
            <a:srgbClr val="0E1B2D">
              <a:alpha val="96000"/>
            </a:srgbClr>
          </a:solidFill>
          <a:ln w="12700">
            <a:solidFill>
              <a:schemeClr val="accent1"/>
            </a:solidFill>
            <a:prstDash val="solid"/>
          </a:ln>
          <a:effectLst>
            <a:outerShdw sx="100000" sy="100000" kx="0" ky="0" algn="bl" rotWithShape="0" blurRad="177800" dist="38100" dir="5400000">
              <a:srgbClr val="0A1628">
                <a:alpha val="12000"/>
              </a:srgbClr>
            </a:outerShdw>
          </a:effectLst>
        </p:spPr>
      </p:sp>
      <p:sp>
        <p:nvSpPr>
          <p:cNvPr id="52" name="Text 43"/>
          <p:cNvSpPr txBox="1"/>
          <p:nvPr/>
        </p:nvSpPr>
        <p:spPr>
          <a:xfrm>
            <a:off x="2313432" y="5522976"/>
            <a:ext cx="1005840" cy="128016"/>
          </a:xfrm>
          <a:prstGeom prst="rect">
            <a:avLst/>
          </a:prstGeom>
          <a:noFill/>
          <a:ln/>
        </p:spPr>
        <p:txBody>
          <a:bodyPr wrap="square" lIns="0" tIns="0" rIns="0" bIns="0" rtlCol="0" anchor="ctr"/>
          <a:lstStyle/>
          <a:p>
            <a:pPr indent="0" marL="0">
              <a:buNone/>
            </a:pPr>
            <a:r>
              <a:rPr lang="en-US" sz="700" b="1" spc="100" kern="0" dirty="0">
                <a:solidFill>
                  <a:srgbClr val="7FD3EE"/>
                </a:solidFill>
              </a:rPr>
              <a:t>STATUS TV</a:t>
            </a:r>
            <a:endParaRPr lang="en-US" sz="700" dirty="0"/>
          </a:p>
        </p:txBody>
      </p:sp>
      <p:sp>
        <p:nvSpPr>
          <p:cNvPr id="53" name="Shape 44"/>
          <p:cNvSpPr/>
          <p:nvPr/>
        </p:nvSpPr>
        <p:spPr>
          <a:xfrm>
            <a:off x="2313432" y="5696712"/>
            <a:ext cx="219456" cy="219456"/>
          </a:xfrm>
          <a:prstGeom prst="ellipse">
            <a:avLst/>
          </a:prstGeom>
          <a:solidFill>
            <a:srgbClr val="E7CDB4"/>
          </a:solidFill>
          <a:ln/>
        </p:spPr>
      </p:sp>
      <p:sp>
        <p:nvSpPr>
          <p:cNvPr id="54" name="Text 45"/>
          <p:cNvSpPr txBox="1"/>
          <p:nvPr/>
        </p:nvSpPr>
        <p:spPr>
          <a:xfrm>
            <a:off x="2587752" y="5678424"/>
            <a:ext cx="777240" cy="137160"/>
          </a:xfrm>
          <a:prstGeom prst="rect">
            <a:avLst/>
          </a:prstGeom>
          <a:noFill/>
          <a:ln/>
        </p:spPr>
        <p:txBody>
          <a:bodyPr wrap="square" lIns="0" tIns="0" rIns="0" bIns="0" rtlCol="0" anchor="ctr"/>
          <a:lstStyle/>
          <a:p>
            <a:pPr indent="0" marL="0">
              <a:buNone/>
            </a:pPr>
            <a:r>
              <a:rPr lang="en-US" sz="900" b="1" dirty="0">
                <a:solidFill>
                  <a:srgbClr val="FFFFFF"/>
                </a:solidFill>
              </a:rPr>
              <a:t>TAN M. Y.</a:t>
            </a:r>
            <a:endParaRPr lang="en-US" sz="900" dirty="0"/>
          </a:p>
        </p:txBody>
      </p:sp>
      <p:sp>
        <p:nvSpPr>
          <p:cNvPr id="55" name="Text 46"/>
          <p:cNvSpPr txBox="1"/>
          <p:nvPr/>
        </p:nvSpPr>
        <p:spPr>
          <a:xfrm>
            <a:off x="2587752" y="5806440"/>
            <a:ext cx="777240" cy="118872"/>
          </a:xfrm>
          <a:prstGeom prst="rect">
            <a:avLst/>
          </a:prstGeom>
          <a:noFill/>
          <a:ln/>
        </p:spPr>
        <p:txBody>
          <a:bodyPr wrap="square" lIns="0" tIns="0" rIns="0" bIns="0" rtlCol="0" anchor="ctr"/>
          <a:lstStyle/>
          <a:p>
            <a:pPr indent="0" marL="0">
              <a:buNone/>
            </a:pPr>
            <a:r>
              <a:rPr lang="en-US" sz="700" dirty="0">
                <a:solidFill>
                  <a:srgbClr val="9AA8BC"/>
                </a:solidFill>
              </a:rPr>
              <a:t>SQ 322 · B12</a:t>
            </a:r>
            <a:endParaRPr lang="en-US" sz="700" dirty="0"/>
          </a:p>
        </p:txBody>
      </p:sp>
      <p:sp>
        <p:nvSpPr>
          <p:cNvPr id="56" name="Shape 47"/>
          <p:cNvSpPr/>
          <p:nvPr/>
        </p:nvSpPr>
        <p:spPr>
          <a:xfrm>
            <a:off x="2313432" y="5952744"/>
            <a:ext cx="1005840" cy="146304"/>
          </a:xfrm>
          <a:prstGeom prst="roundRect">
            <a:avLst>
              <a:gd name="adj" fmla="val 50000"/>
            </a:avLst>
          </a:prstGeom>
          <a:solidFill>
            <a:schemeClr val="accent2"/>
          </a:solidFill>
          <a:ln/>
        </p:spPr>
      </p:sp>
      <p:sp>
        <p:nvSpPr>
          <p:cNvPr id="57" name="Text 48"/>
          <p:cNvSpPr txBox="1"/>
          <p:nvPr/>
        </p:nvSpPr>
        <p:spPr>
          <a:xfrm>
            <a:off x="2313432" y="5952744"/>
            <a:ext cx="1005840" cy="146304"/>
          </a:xfrm>
          <a:prstGeom prst="rect">
            <a:avLst/>
          </a:prstGeom>
          <a:noFill/>
          <a:ln/>
        </p:spPr>
        <p:txBody>
          <a:bodyPr wrap="square" lIns="0" tIns="0" rIns="0" bIns="0" rtlCol="0" anchor="ctr"/>
          <a:lstStyle/>
          <a:p>
            <a:pPr algn="ctr" indent="0" marL="0">
              <a:buNone/>
            </a:pPr>
            <a:r>
              <a:rPr lang="en-US" sz="750" b="1" spc="100" kern="0" dirty="0">
                <a:solidFill>
                  <a:srgbClr val="FFFFFF"/>
                </a:solidFill>
              </a:rPr>
              <a:t>CLEARED</a:t>
            </a:r>
            <a:endParaRPr lang="en-US" sz="750" dirty="0"/>
          </a:p>
        </p:txBody>
      </p:sp>
      <p:sp>
        <p:nvSpPr>
          <p:cNvPr id="58" name="Shape 49"/>
          <p:cNvSpPr/>
          <p:nvPr/>
        </p:nvSpPr>
        <p:spPr>
          <a:xfrm>
            <a:off x="8780983" y="1682496"/>
            <a:ext cx="1962265" cy="585216"/>
          </a:xfrm>
          <a:prstGeom prst="roundRect">
            <a:avLst>
              <a:gd name="adj" fmla="val 15625"/>
            </a:avLst>
          </a:prstGeom>
          <a:solidFill>
            <a:schemeClr val="bg1">
              <a:alpha val="94000"/>
            </a:schemeClr>
          </a:solidFill>
          <a:ln/>
          <a:effectLst>
            <a:outerShdw sx="100000" sy="100000" kx="0" ky="0" algn="bl" rotWithShape="0" blurRad="177800" dist="38100" dir="5400000">
              <a:srgbClr val="0A1628">
                <a:alpha val="12000"/>
              </a:srgbClr>
            </a:outerShdw>
          </a:effectLst>
        </p:spPr>
      </p:sp>
      <p:sp>
        <p:nvSpPr>
          <p:cNvPr id="59" name="Shape 50"/>
          <p:cNvSpPr/>
          <p:nvPr/>
        </p:nvSpPr>
        <p:spPr>
          <a:xfrm>
            <a:off x="8890711" y="1755648"/>
            <a:ext cx="237744" cy="237744"/>
          </a:xfrm>
          <a:prstGeom prst="ellipse">
            <a:avLst/>
          </a:prstGeom>
          <a:solidFill>
            <a:schemeClr val="accent1"/>
          </a:solidFill>
          <a:ln/>
        </p:spPr>
      </p:sp>
      <p:sp>
        <p:nvSpPr>
          <p:cNvPr id="60" name="Text 51"/>
          <p:cNvSpPr txBox="1"/>
          <p:nvPr/>
        </p:nvSpPr>
        <p:spPr>
          <a:xfrm>
            <a:off x="8890711" y="1755648"/>
            <a:ext cx="237744" cy="237744"/>
          </a:xfrm>
          <a:prstGeom prst="rect">
            <a:avLst/>
          </a:prstGeom>
          <a:noFill/>
          <a:ln/>
        </p:spPr>
        <p:txBody>
          <a:bodyPr wrap="square" lIns="0" tIns="0" rIns="0" bIns="0" rtlCol="0" anchor="ctr"/>
          <a:lstStyle/>
          <a:p>
            <a:pPr algn="ctr" indent="0" marL="0">
              <a:buNone/>
            </a:pPr>
            <a:r>
              <a:rPr lang="en-US" sz="1100" b="1" dirty="0">
                <a:solidFill>
                  <a:schemeClr val="bg1"/>
                </a:solidFill>
              </a:rPr>
              <a:t>4</a:t>
            </a:r>
            <a:endParaRPr lang="en-US" sz="1100" dirty="0"/>
          </a:p>
        </p:txBody>
      </p:sp>
      <p:sp>
        <p:nvSpPr>
          <p:cNvPr id="61" name="Text 52"/>
          <p:cNvSpPr txBox="1"/>
          <p:nvPr/>
        </p:nvSpPr>
        <p:spPr>
          <a:xfrm>
            <a:off x="9219895" y="1728216"/>
            <a:ext cx="1523353" cy="292608"/>
          </a:xfrm>
          <a:prstGeom prst="rect">
            <a:avLst/>
          </a:prstGeom>
          <a:noFill/>
          <a:ln/>
        </p:spPr>
        <p:txBody>
          <a:bodyPr wrap="square" lIns="0" tIns="0" rIns="0" bIns="0" rtlCol="0" anchor="ctr"/>
          <a:lstStyle/>
          <a:p>
            <a:pPr indent="0" marL="0">
              <a:buNone/>
            </a:pPr>
            <a:r>
              <a:rPr lang="en-US" sz="1300" b="1" dirty="0">
                <a:solidFill>
                  <a:schemeClr val="tx1"/>
                </a:solidFill>
              </a:rPr>
              <a:t>Pre-screen</a:t>
            </a:r>
            <a:endParaRPr lang="en-US" sz="1300" dirty="0"/>
          </a:p>
        </p:txBody>
      </p:sp>
      <p:pic>
        <p:nvPicPr>
          <p:cNvPr id="62" name="Image 7" descr="preencoded.png">    </p:cNvPr>
          <p:cNvPicPr>
            <a:picLocks noChangeAspect="1"/>
          </p:cNvPicPr>
          <p:nvPr/>
        </p:nvPicPr>
        <p:blipFill>
          <a:blip r:embed="rId8"/>
          <a:stretch>
            <a:fillRect/>
          </a:stretch>
        </p:blipFill>
        <p:spPr>
          <a:xfrm>
            <a:off x="8927287" y="2029968"/>
            <a:ext cx="173736" cy="173736"/>
          </a:xfrm>
          <a:prstGeom prst="rect">
            <a:avLst/>
          </a:prstGeom>
        </p:spPr>
      </p:pic>
      <p:sp>
        <p:nvSpPr>
          <p:cNvPr id="63" name="Text 53"/>
          <p:cNvSpPr txBox="1"/>
          <p:nvPr/>
        </p:nvSpPr>
        <p:spPr>
          <a:xfrm>
            <a:off x="9219895" y="1993392"/>
            <a:ext cx="1523353" cy="237744"/>
          </a:xfrm>
          <a:prstGeom prst="rect">
            <a:avLst/>
          </a:prstGeom>
          <a:noFill/>
          <a:ln/>
        </p:spPr>
        <p:txBody>
          <a:bodyPr wrap="square" lIns="0" tIns="0" rIns="0" bIns="0" rtlCol="0" anchor="ctr"/>
          <a:lstStyle/>
          <a:p>
            <a:pPr indent="0" marL="0">
              <a:buNone/>
            </a:pPr>
            <a:r>
              <a:rPr lang="en-US" sz="1100" b="1" dirty="0">
                <a:solidFill>
                  <a:schemeClr val="accent1"/>
                </a:solidFill>
              </a:rPr>
              <a:t>Profile Check reader</a:t>
            </a:r>
            <a:endParaRPr lang="en-US" sz="1100" dirty="0"/>
          </a:p>
        </p:txBody>
      </p:sp>
      <p:sp>
        <p:nvSpPr>
          <p:cNvPr id="64" name="Shape 54"/>
          <p:cNvSpPr/>
          <p:nvPr/>
        </p:nvSpPr>
        <p:spPr>
          <a:xfrm>
            <a:off x="8780983" y="4105656"/>
            <a:ext cx="2070592" cy="585216"/>
          </a:xfrm>
          <a:prstGeom prst="roundRect">
            <a:avLst>
              <a:gd name="adj" fmla="val 15625"/>
            </a:avLst>
          </a:prstGeom>
          <a:solidFill>
            <a:schemeClr val="bg1">
              <a:alpha val="94000"/>
            </a:schemeClr>
          </a:solidFill>
          <a:ln/>
          <a:effectLst>
            <a:outerShdw sx="100000" sy="100000" kx="0" ky="0" algn="bl" rotWithShape="0" blurRad="177800" dist="38100" dir="5400000">
              <a:srgbClr val="0A1628">
                <a:alpha val="12000"/>
              </a:srgbClr>
            </a:outerShdw>
          </a:effectLst>
        </p:spPr>
      </p:sp>
      <p:sp>
        <p:nvSpPr>
          <p:cNvPr id="65" name="Shape 55"/>
          <p:cNvSpPr/>
          <p:nvPr/>
        </p:nvSpPr>
        <p:spPr>
          <a:xfrm>
            <a:off x="8890711" y="4178808"/>
            <a:ext cx="237744" cy="237744"/>
          </a:xfrm>
          <a:prstGeom prst="ellipse">
            <a:avLst/>
          </a:prstGeom>
          <a:solidFill>
            <a:schemeClr val="accent1"/>
          </a:solidFill>
          <a:ln/>
        </p:spPr>
      </p:sp>
      <p:sp>
        <p:nvSpPr>
          <p:cNvPr id="66" name="Text 56"/>
          <p:cNvSpPr txBox="1"/>
          <p:nvPr/>
        </p:nvSpPr>
        <p:spPr>
          <a:xfrm>
            <a:off x="8890711" y="4178808"/>
            <a:ext cx="237744" cy="237744"/>
          </a:xfrm>
          <a:prstGeom prst="rect">
            <a:avLst/>
          </a:prstGeom>
          <a:noFill/>
          <a:ln/>
        </p:spPr>
        <p:txBody>
          <a:bodyPr wrap="square" lIns="0" tIns="0" rIns="0" bIns="0" rtlCol="0" anchor="ctr"/>
          <a:lstStyle/>
          <a:p>
            <a:pPr algn="ctr" indent="0" marL="0">
              <a:buNone/>
            </a:pPr>
            <a:r>
              <a:rPr lang="en-US" sz="1100" b="1" dirty="0">
                <a:solidFill>
                  <a:schemeClr val="bg1"/>
                </a:solidFill>
              </a:rPr>
              <a:t>5</a:t>
            </a:r>
            <a:endParaRPr lang="en-US" sz="1100" dirty="0"/>
          </a:p>
        </p:txBody>
      </p:sp>
      <p:sp>
        <p:nvSpPr>
          <p:cNvPr id="67" name="Text 57"/>
          <p:cNvSpPr txBox="1"/>
          <p:nvPr/>
        </p:nvSpPr>
        <p:spPr>
          <a:xfrm>
            <a:off x="9219895" y="4151376"/>
            <a:ext cx="1631680" cy="292608"/>
          </a:xfrm>
          <a:prstGeom prst="rect">
            <a:avLst/>
          </a:prstGeom>
          <a:noFill/>
          <a:ln/>
        </p:spPr>
        <p:txBody>
          <a:bodyPr wrap="square" lIns="0" tIns="0" rIns="0" bIns="0" rtlCol="0" anchor="ctr"/>
          <a:lstStyle/>
          <a:p>
            <a:pPr indent="0" marL="0">
              <a:buNone/>
            </a:pPr>
            <a:r>
              <a:rPr lang="en-US" sz="1300" b="1" dirty="0">
                <a:solidFill>
                  <a:schemeClr val="tx1"/>
                </a:solidFill>
              </a:rPr>
              <a:t>Board</a:t>
            </a:r>
            <a:endParaRPr lang="en-US" sz="1300" dirty="0"/>
          </a:p>
        </p:txBody>
      </p:sp>
      <p:pic>
        <p:nvPicPr>
          <p:cNvPr id="68" name="Image 8" descr="preencoded.png">    </p:cNvPr>
          <p:cNvPicPr>
            <a:picLocks noChangeAspect="1"/>
          </p:cNvPicPr>
          <p:nvPr/>
        </p:nvPicPr>
        <p:blipFill>
          <a:blip r:embed="rId9"/>
          <a:stretch>
            <a:fillRect/>
          </a:stretch>
        </p:blipFill>
        <p:spPr>
          <a:xfrm>
            <a:off x="8927287" y="4453128"/>
            <a:ext cx="173736" cy="173736"/>
          </a:xfrm>
          <a:prstGeom prst="rect">
            <a:avLst/>
          </a:prstGeom>
        </p:spPr>
      </p:pic>
      <p:sp>
        <p:nvSpPr>
          <p:cNvPr id="69" name="Text 58"/>
          <p:cNvSpPr txBox="1"/>
          <p:nvPr/>
        </p:nvSpPr>
        <p:spPr>
          <a:xfrm>
            <a:off x="9219895" y="4416552"/>
            <a:ext cx="1631680" cy="237744"/>
          </a:xfrm>
          <a:prstGeom prst="rect">
            <a:avLst/>
          </a:prstGeom>
          <a:noFill/>
          <a:ln/>
        </p:spPr>
        <p:txBody>
          <a:bodyPr wrap="square" lIns="0" tIns="0" rIns="0" bIns="0" rtlCol="0" anchor="ctr"/>
          <a:lstStyle/>
          <a:p>
            <a:pPr indent="0" marL="0">
              <a:buNone/>
            </a:pPr>
            <a:r>
              <a:rPr lang="en-US" sz="1100" b="1" dirty="0">
                <a:solidFill>
                  <a:schemeClr val="accent1"/>
                </a:solidFill>
              </a:rPr>
              <a:t>Smart Boarding Kiosk</a:t>
            </a:r>
            <a:endParaRPr lang="en-US" sz="1100" dirty="0"/>
          </a:p>
        </p:txBody>
      </p:sp>
      <p:sp>
        <p:nvSpPr>
          <p:cNvPr id="70" name="Shape 59"/>
          <p:cNvSpPr/>
          <p:nvPr/>
        </p:nvSpPr>
        <p:spPr>
          <a:xfrm>
            <a:off x="3776472" y="3490001"/>
            <a:ext cx="1925256" cy="585216"/>
          </a:xfrm>
          <a:prstGeom prst="roundRect">
            <a:avLst>
              <a:gd name="adj" fmla="val 15625"/>
            </a:avLst>
          </a:prstGeom>
          <a:solidFill>
            <a:schemeClr val="accent6"/>
          </a:solidFill>
          <a:ln/>
          <a:effectLst>
            <a:outerShdw sx="100000" sy="100000" kx="0" ky="0" algn="bl" rotWithShape="0" blurRad="177800" dist="38100" dir="5400000">
              <a:srgbClr val="0A1628">
                <a:alpha val="12000"/>
              </a:srgbClr>
            </a:outerShdw>
          </a:effectLst>
        </p:spPr>
      </p:sp>
      <p:sp>
        <p:nvSpPr>
          <p:cNvPr id="71" name="Shape 60"/>
          <p:cNvSpPr/>
          <p:nvPr/>
        </p:nvSpPr>
        <p:spPr>
          <a:xfrm>
            <a:off x="3886200" y="3563153"/>
            <a:ext cx="237744" cy="237744"/>
          </a:xfrm>
          <a:prstGeom prst="ellipse">
            <a:avLst/>
          </a:prstGeom>
          <a:solidFill>
            <a:schemeClr val="bg1"/>
          </a:solidFill>
          <a:ln/>
        </p:spPr>
      </p:sp>
      <p:sp>
        <p:nvSpPr>
          <p:cNvPr id="72" name="Text 61"/>
          <p:cNvSpPr txBox="1"/>
          <p:nvPr/>
        </p:nvSpPr>
        <p:spPr>
          <a:xfrm>
            <a:off x="3886200" y="3563153"/>
            <a:ext cx="237744" cy="237744"/>
          </a:xfrm>
          <a:prstGeom prst="rect">
            <a:avLst/>
          </a:prstGeom>
          <a:noFill/>
          <a:ln/>
        </p:spPr>
        <p:txBody>
          <a:bodyPr wrap="square" lIns="0" tIns="0" rIns="0" bIns="0" rtlCol="0" anchor="ctr"/>
          <a:lstStyle/>
          <a:p>
            <a:pPr algn="ctr" indent="0" marL="0">
              <a:buNone/>
            </a:pPr>
            <a:r>
              <a:rPr lang="en-US" sz="1100" b="1" dirty="0">
                <a:solidFill>
                  <a:schemeClr val="accent6"/>
                </a:solidFill>
              </a:rPr>
              <a:t>6</a:t>
            </a:r>
            <a:endParaRPr lang="en-US" sz="1100" dirty="0"/>
          </a:p>
        </p:txBody>
      </p:sp>
      <p:sp>
        <p:nvSpPr>
          <p:cNvPr id="73" name="Text 62"/>
          <p:cNvSpPr txBox="1"/>
          <p:nvPr/>
        </p:nvSpPr>
        <p:spPr>
          <a:xfrm>
            <a:off x="4215384" y="3535721"/>
            <a:ext cx="1486344" cy="292608"/>
          </a:xfrm>
          <a:prstGeom prst="rect">
            <a:avLst/>
          </a:prstGeom>
          <a:noFill/>
          <a:ln/>
        </p:spPr>
        <p:txBody>
          <a:bodyPr wrap="square" lIns="0" tIns="0" rIns="0" bIns="0" rtlCol="0" anchor="ctr"/>
          <a:lstStyle/>
          <a:p>
            <a:pPr indent="0" marL="0">
              <a:buNone/>
            </a:pPr>
            <a:r>
              <a:rPr lang="en-US" sz="1300" b="1" dirty="0">
                <a:solidFill>
                  <a:schemeClr val="bg1"/>
                </a:solidFill>
              </a:rPr>
              <a:t>Oversee</a:t>
            </a:r>
            <a:endParaRPr lang="en-US" sz="1300" dirty="0"/>
          </a:p>
        </p:txBody>
      </p:sp>
      <p:pic>
        <p:nvPicPr>
          <p:cNvPr id="74" name="Image 9" descr="preencoded.png">    </p:cNvPr>
          <p:cNvPicPr>
            <a:picLocks noChangeAspect="1"/>
          </p:cNvPicPr>
          <p:nvPr/>
        </p:nvPicPr>
        <p:blipFill>
          <a:blip r:embed="rId10"/>
          <a:stretch>
            <a:fillRect/>
          </a:stretch>
        </p:blipFill>
        <p:spPr>
          <a:xfrm>
            <a:off x="3922776" y="3837473"/>
            <a:ext cx="173736" cy="173736"/>
          </a:xfrm>
          <a:prstGeom prst="rect">
            <a:avLst/>
          </a:prstGeom>
        </p:spPr>
      </p:pic>
      <p:sp>
        <p:nvSpPr>
          <p:cNvPr id="75" name="Text 63"/>
          <p:cNvSpPr txBox="1"/>
          <p:nvPr/>
        </p:nvSpPr>
        <p:spPr>
          <a:xfrm>
            <a:off x="4215384" y="3800897"/>
            <a:ext cx="1486344" cy="237744"/>
          </a:xfrm>
          <a:prstGeom prst="rect">
            <a:avLst/>
          </a:prstGeom>
          <a:noFill/>
          <a:ln/>
        </p:spPr>
        <p:txBody>
          <a:bodyPr wrap="square" lIns="0" tIns="0" rIns="0" bIns="0" rtlCol="0" anchor="ctr"/>
          <a:lstStyle/>
          <a:p>
            <a:pPr indent="0" marL="0">
              <a:buNone/>
            </a:pPr>
            <a:r>
              <a:rPr lang="en-US" sz="1100" b="1" dirty="0">
                <a:solidFill>
                  <a:srgbClr val="7FD3EE"/>
                </a:solidFill>
              </a:rPr>
              <a:t>AGIL® Secure ISMP</a:t>
            </a:r>
            <a:endParaRPr lang="en-US" sz="1100" dirty="0"/>
          </a:p>
        </p:txBody>
      </p:sp>
      <p:sp>
        <p:nvSpPr>
          <p:cNvPr id="76" name="Shape 64"/>
          <p:cNvSpPr/>
          <p:nvPr/>
        </p:nvSpPr>
        <p:spPr>
          <a:xfrm>
            <a:off x="6723583" y="3526577"/>
            <a:ext cx="1691640" cy="256032"/>
          </a:xfrm>
          <a:prstGeom prst="roundRect">
            <a:avLst>
              <a:gd name="adj" fmla="val 50000"/>
            </a:avLst>
          </a:prstGeom>
          <a:solidFill>
            <a:schemeClr val="bg1">
              <a:alpha val="94000"/>
            </a:schemeClr>
          </a:solidFill>
          <a:ln/>
          <a:effectLst>
            <a:outerShdw sx="100000" sy="100000" kx="0" ky="0" algn="bl" rotWithShape="0" blurRad="177800" dist="38100" dir="5400000">
              <a:srgbClr val="0A1628">
                <a:alpha val="12000"/>
              </a:srgbClr>
            </a:outerShdw>
          </a:effectLst>
        </p:spPr>
      </p:sp>
      <p:sp>
        <p:nvSpPr>
          <p:cNvPr id="77" name="Text 65"/>
          <p:cNvSpPr txBox="1"/>
          <p:nvPr/>
        </p:nvSpPr>
        <p:spPr>
          <a:xfrm>
            <a:off x="6723583" y="3526577"/>
            <a:ext cx="1691640" cy="256032"/>
          </a:xfrm>
          <a:prstGeom prst="rect">
            <a:avLst/>
          </a:prstGeom>
          <a:noFill/>
          <a:ln/>
        </p:spPr>
        <p:txBody>
          <a:bodyPr wrap="square" lIns="0" tIns="0" rIns="0" bIns="0" rtlCol="0" anchor="ctr"/>
          <a:lstStyle/>
          <a:p>
            <a:pPr algn="ctr" indent="0" marL="0">
              <a:buNone/>
            </a:pPr>
            <a:r>
              <a:rPr lang="en-US" sz="900" b="1" spc="150" kern="0" dirty="0">
                <a:solidFill>
                  <a:schemeClr val="accent6"/>
                </a:solidFill>
              </a:rPr>
              <a:t>BEHIND EVERY STEP</a:t>
            </a:r>
            <a:endParaRPr lang="en-US" sz="900" dirty="0"/>
          </a:p>
        </p:txBody>
      </p:sp>
      <p:sp>
        <p:nvSpPr>
          <p:cNvPr id="78" name="Shape 66"/>
          <p:cNvSpPr/>
          <p:nvPr/>
        </p:nvSpPr>
        <p:spPr>
          <a:xfrm>
            <a:off x="1879092" y="3767328"/>
            <a:ext cx="310896" cy="310896"/>
          </a:xfrm>
          <a:prstGeom prst="ellipse">
            <a:avLst/>
          </a:prstGeom>
          <a:solidFill>
            <a:schemeClr val="accent1"/>
          </a:solidFill>
          <a:ln w="19050">
            <a:solidFill>
              <a:schemeClr val="bg1"/>
            </a:solidFill>
            <a:prstDash val="solid"/>
          </a:ln>
          <a:effectLst>
            <a:outerShdw sx="100000" sy="100000" kx="0" ky="0" algn="bl" rotWithShape="0" blurRad="177800" dist="38100" dir="5400000">
              <a:srgbClr val="0A1628">
                <a:alpha val="12000"/>
              </a:srgbClr>
            </a:outerShdw>
          </a:effectLst>
        </p:spPr>
      </p:sp>
      <p:pic>
        <p:nvPicPr>
          <p:cNvPr id="79" name="Image 10" descr="preencoded.png">    </p:cNvPr>
          <p:cNvPicPr>
            <a:picLocks noChangeAspect="1"/>
          </p:cNvPicPr>
          <p:nvPr/>
        </p:nvPicPr>
        <p:blipFill>
          <a:blip r:embed="rId11"/>
          <a:stretch>
            <a:fillRect/>
          </a:stretch>
        </p:blipFill>
        <p:spPr>
          <a:xfrm>
            <a:off x="1943100" y="3831336"/>
            <a:ext cx="182880" cy="182880"/>
          </a:xfrm>
          <a:prstGeom prst="rect">
            <a:avLst/>
          </a:prstGeom>
        </p:spPr>
      </p:pic>
      <p:sp>
        <p:nvSpPr>
          <p:cNvPr id="80" name="Shape 67"/>
          <p:cNvSpPr/>
          <p:nvPr/>
        </p:nvSpPr>
        <p:spPr>
          <a:xfrm>
            <a:off x="10001707" y="3767328"/>
            <a:ext cx="310896" cy="310896"/>
          </a:xfrm>
          <a:prstGeom prst="ellipse">
            <a:avLst/>
          </a:prstGeom>
          <a:solidFill>
            <a:schemeClr val="accent1"/>
          </a:solidFill>
          <a:ln w="19050">
            <a:solidFill>
              <a:schemeClr val="bg1"/>
            </a:solidFill>
            <a:prstDash val="solid"/>
          </a:ln>
          <a:effectLst>
            <a:outerShdw sx="100000" sy="100000" kx="0" ky="0" algn="bl" rotWithShape="0" blurRad="177800" dist="38100" dir="5400000">
              <a:srgbClr val="0A1628">
                <a:alpha val="12000"/>
              </a:srgbClr>
            </a:outerShdw>
          </a:effectLst>
        </p:spPr>
      </p:sp>
      <p:pic>
        <p:nvPicPr>
          <p:cNvPr id="81" name="Image 11" descr="preencoded.png">    </p:cNvPr>
          <p:cNvPicPr>
            <a:picLocks noChangeAspect="1"/>
          </p:cNvPicPr>
          <p:nvPr/>
        </p:nvPicPr>
        <p:blipFill>
          <a:blip r:embed="rId12"/>
          <a:stretch>
            <a:fillRect/>
          </a:stretch>
        </p:blipFill>
        <p:spPr>
          <a:xfrm>
            <a:off x="10065715" y="3831336"/>
            <a:ext cx="182880" cy="182880"/>
          </a:xfrm>
          <a:prstGeom prst="rect">
            <a:avLst/>
          </a:prstGeom>
        </p:spPr>
      </p:pic>
      <p:sp>
        <p:nvSpPr>
          <p:cNvPr id="25" name="Slide Number Placeholder 0"/>
          <p:cNvSpPr>
            <a:spLocks noGrp="1"/>
          </p:cNvSpPr>
          <p:nvPr>
            <p:ph type="sldNum" sz="quarter" idx="4294967295"/>
          </p:nvPr>
        </p:nvSpPr>
        <p:spPr>
          <a:xfrm>
            <a:off x="329184" y="6382512"/>
            <a:ext cx="329184" cy="256032"/>
          </a:xfrm>
          <a:prstGeom prst="rect">
            <a:avLst/>
          </a:prstGeom>
          <a:extLst>
            <a:ext uri="{C572A759-6A51-4108-AA02-DFA0A04FC94B}">
              <ma14:wrappingTextBoxFlag xmlns:ma14="http://schemas.microsoft.com/office/mac/drawingml/2011/main" val="0"/>
            </a:ext>
          </a:extLst>
        </p:spPr>
        <p:txBody>
          <a:bodyPr lIns="0" tIns="0" rIns="0" bIns="0" anchor="ctr"/>
          <a:lstStyle>
            <a:lvl1pPr>
              <a:defRPr sz="1200">
                <a:solidFill>
                  <a:schemeClr val="accent4"/>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2" type="body" hasCustomPrompt="1"/>
          </p:nvPr>
        </p:nvSpPr>
        <p:spPr>
          <a:xfrm>
            <a:off x="429768" y="566928"/>
            <a:ext cx="8686800" cy="292608"/>
          </a:xfrm>
          <a:prstGeom prst="rect">
            <a:avLst/>
          </a:prstGeom>
          <a:noFill/>
          <a:ln/>
        </p:spPr>
        <p:txBody>
          <a:bodyPr wrap="square" lIns="0" tIns="0" rIns="0" bIns="0" rtlCol="0" anchor="ctr"/>
          <a:lstStyle/>
          <a:p>
            <a:pPr algn="l" indent="0" marL="0">
              <a:buNone/>
            </a:pPr>
            <a:r>
              <a:rPr lang="en-US" sz="1400" dirty="0">
                <a:solidFill>
                  <a:schemeClr val="accent4"/>
                </a:solidFill>
              </a:rPr>
              <a:t>FastPass Solution – Curb to Gate</a:t>
            </a:r>
            <a:endParaRPr lang="en-US" sz="1400" dirty="0"/>
          </a:p>
        </p:txBody>
      </p:sp>
      <p:sp>
        <p:nvSpPr>
          <p:cNvPr id="3" name="Text 0"/>
          <p:cNvSpPr/>
          <p:nvPr>
            <p:ph idx="103" type="title" hasCustomPrompt="1"/>
          </p:nvPr>
        </p:nvSpPr>
        <p:spPr>
          <a:xfrm>
            <a:off x="411480" y="868680"/>
            <a:ext cx="9235440" cy="530352"/>
          </a:xfrm>
          <a:prstGeom prst="rect">
            <a:avLst/>
          </a:prstGeom>
          <a:noFill/>
          <a:ln/>
        </p:spPr>
        <p:txBody>
          <a:bodyPr wrap="square" lIns="0" tIns="0" rIns="0" bIns="0" rtlCol="0" anchor="ctr"/>
          <a:lstStyle/>
          <a:p>
            <a:pPr algn="l" indent="0" marL="0">
              <a:buNone/>
            </a:pPr>
            <a:r>
              <a:rPr lang="en-US" sz="3000" b="1" dirty="0">
                <a:solidFill>
                  <a:schemeClr val="tx1"/>
                </a:solidFill>
              </a:rPr>
              <a:t>One identity, from curb to gate</a:t>
            </a:r>
            <a:endParaRPr lang="en-US" sz="3000" dirty="0"/>
          </a:p>
        </p:txBody>
      </p:sp>
      <p:sp>
        <p:nvSpPr>
          <p:cNvPr id="4" name="Shape 2"/>
          <p:cNvSpPr/>
          <p:nvPr/>
        </p:nvSpPr>
        <p:spPr>
          <a:xfrm>
            <a:off x="548640" y="1572768"/>
            <a:ext cx="2485034" cy="2331720"/>
          </a:xfrm>
          <a:prstGeom prst="roundRect">
            <a:avLst>
              <a:gd name="adj" fmla="val 6275"/>
            </a:avLst>
          </a:prstGeom>
          <a:solidFill>
            <a:schemeClr val="bg1"/>
          </a:solidFill>
          <a:ln/>
          <a:effectLst>
            <a:outerShdw sx="100000" sy="100000" kx="0" ky="0" algn="bl" rotWithShape="0" blurRad="177800" dist="38100" dir="5400000">
              <a:srgbClr val="0A1628">
                <a:alpha val="12000"/>
              </a:srgbClr>
            </a:outerShdw>
          </a:effectLst>
        </p:spPr>
      </p:sp>
      <p:pic>
        <p:nvPicPr>
          <p:cNvPr id="5" name="b1" descr="/tmp/claude-0/-home-user-sgqy/b70fb111-7300-56ba-abe4-4b6e17d8c33e/scratchpad/assets/v7/b1.png">    </p:cNvPr>
          <p:cNvPicPr>
            <a:picLocks noChangeAspect="1"/>
          </p:cNvPicPr>
          <p:nvPr/>
        </p:nvPicPr>
        <p:blipFill>
          <a:blip r:embed="rId1"/>
          <a:stretch>
            <a:fillRect/>
          </a:stretch>
        </p:blipFill>
        <p:spPr>
          <a:xfrm>
            <a:off x="548640" y="1572768"/>
            <a:ext cx="2485034" cy="2331720"/>
          </a:xfrm>
          <a:prstGeom prst="rect">
            <a:avLst/>
          </a:prstGeom>
        </p:spPr>
      </p:pic>
      <p:sp>
        <p:nvSpPr>
          <p:cNvPr id="6" name="Shape 3"/>
          <p:cNvSpPr/>
          <p:nvPr/>
        </p:nvSpPr>
        <p:spPr>
          <a:xfrm>
            <a:off x="3179978" y="1572768"/>
            <a:ext cx="3200400" cy="2331720"/>
          </a:xfrm>
          <a:prstGeom prst="roundRect">
            <a:avLst>
              <a:gd name="adj" fmla="val 6275"/>
            </a:avLst>
          </a:prstGeom>
          <a:solidFill>
            <a:schemeClr val="bg1"/>
          </a:solidFill>
          <a:ln/>
          <a:effectLst>
            <a:outerShdw sx="100000" sy="100000" kx="0" ky="0" algn="bl" rotWithShape="0" blurRad="177800" dist="38100" dir="5400000">
              <a:srgbClr val="0A1628">
                <a:alpha val="12000"/>
              </a:srgbClr>
            </a:outerShdw>
          </a:effectLst>
        </p:spPr>
      </p:sp>
      <p:pic>
        <p:nvPicPr>
          <p:cNvPr id="7" name="b23" descr="/tmp/claude-0/-home-user-sgqy/b70fb111-7300-56ba-abe4-4b6e17d8c33e/scratchpad/assets/v7/b23.png">    </p:cNvPr>
          <p:cNvPicPr>
            <a:picLocks noChangeAspect="1"/>
          </p:cNvPicPr>
          <p:nvPr/>
        </p:nvPicPr>
        <p:blipFill>
          <a:blip r:embed="rId2"/>
          <a:stretch>
            <a:fillRect/>
          </a:stretch>
        </p:blipFill>
        <p:spPr>
          <a:xfrm>
            <a:off x="3179978" y="1572768"/>
            <a:ext cx="3200400" cy="2331720"/>
          </a:xfrm>
          <a:prstGeom prst="rect">
            <a:avLst/>
          </a:prstGeom>
        </p:spPr>
      </p:pic>
      <p:sp>
        <p:nvSpPr>
          <p:cNvPr id="8" name="Shape 4"/>
          <p:cNvSpPr/>
          <p:nvPr/>
        </p:nvSpPr>
        <p:spPr>
          <a:xfrm>
            <a:off x="6526682" y="1572768"/>
            <a:ext cx="2485034" cy="2331720"/>
          </a:xfrm>
          <a:prstGeom prst="roundRect">
            <a:avLst>
              <a:gd name="adj" fmla="val 6275"/>
            </a:avLst>
          </a:prstGeom>
          <a:solidFill>
            <a:schemeClr val="bg1"/>
          </a:solidFill>
          <a:ln/>
          <a:effectLst>
            <a:outerShdw sx="100000" sy="100000" kx="0" ky="0" algn="bl" rotWithShape="0" blurRad="177800" dist="38100" dir="5400000">
              <a:srgbClr val="0A1628">
                <a:alpha val="12000"/>
              </a:srgbClr>
            </a:outerShdw>
          </a:effectLst>
        </p:spPr>
      </p:sp>
      <p:pic>
        <p:nvPicPr>
          <p:cNvPr id="9" name="b4" descr="/tmp/claude-0/-home-user-sgqy/b70fb111-7300-56ba-abe4-4b6e17d8c33e/scratchpad/assets/v7/b4.png">    </p:cNvPr>
          <p:cNvPicPr>
            <a:picLocks noChangeAspect="1"/>
          </p:cNvPicPr>
          <p:nvPr/>
        </p:nvPicPr>
        <p:blipFill>
          <a:blip r:embed="rId3"/>
          <a:stretch>
            <a:fillRect/>
          </a:stretch>
        </p:blipFill>
        <p:spPr>
          <a:xfrm>
            <a:off x="6526682" y="1572768"/>
            <a:ext cx="2485034" cy="2331720"/>
          </a:xfrm>
          <a:prstGeom prst="rect">
            <a:avLst/>
          </a:prstGeom>
        </p:spPr>
      </p:pic>
      <p:sp>
        <p:nvSpPr>
          <p:cNvPr id="10" name="Shape 5"/>
          <p:cNvSpPr/>
          <p:nvPr/>
        </p:nvSpPr>
        <p:spPr>
          <a:xfrm>
            <a:off x="9158021" y="1572768"/>
            <a:ext cx="2485034" cy="2331720"/>
          </a:xfrm>
          <a:prstGeom prst="roundRect">
            <a:avLst>
              <a:gd name="adj" fmla="val 6275"/>
            </a:avLst>
          </a:prstGeom>
          <a:solidFill>
            <a:schemeClr val="bg1"/>
          </a:solidFill>
          <a:ln/>
          <a:effectLst>
            <a:outerShdw sx="100000" sy="100000" kx="0" ky="0" algn="bl" rotWithShape="0" blurRad="177800" dist="38100" dir="5400000">
              <a:srgbClr val="0A1628">
                <a:alpha val="12000"/>
              </a:srgbClr>
            </a:outerShdw>
          </a:effectLst>
        </p:spPr>
      </p:sp>
      <p:pic>
        <p:nvPicPr>
          <p:cNvPr id="11" name="b5" descr="/tmp/claude-0/-home-user-sgqy/b70fb111-7300-56ba-abe4-4b6e17d8c33e/scratchpad/assets/v7/b5.png">    </p:cNvPr>
          <p:cNvPicPr>
            <a:picLocks noChangeAspect="1"/>
          </p:cNvPicPr>
          <p:nvPr/>
        </p:nvPicPr>
        <p:blipFill>
          <a:blip r:embed="rId4"/>
          <a:stretch>
            <a:fillRect/>
          </a:stretch>
        </p:blipFill>
        <p:spPr>
          <a:xfrm>
            <a:off x="9158021" y="1572768"/>
            <a:ext cx="2485034" cy="2331720"/>
          </a:xfrm>
          <a:prstGeom prst="rect">
            <a:avLst/>
          </a:prstGeom>
        </p:spPr>
      </p:pic>
      <p:sp>
        <p:nvSpPr>
          <p:cNvPr id="12" name="Shape 6"/>
          <p:cNvSpPr/>
          <p:nvPr/>
        </p:nvSpPr>
        <p:spPr>
          <a:xfrm>
            <a:off x="658368" y="1682496"/>
            <a:ext cx="2062337" cy="585216"/>
          </a:xfrm>
          <a:prstGeom prst="roundRect">
            <a:avLst>
              <a:gd name="adj" fmla="val 15625"/>
            </a:avLst>
          </a:prstGeom>
          <a:solidFill>
            <a:schemeClr val="bg1">
              <a:alpha val="94000"/>
            </a:schemeClr>
          </a:solidFill>
          <a:ln/>
          <a:effectLst>
            <a:outerShdw sx="100000" sy="100000" kx="0" ky="0" algn="bl" rotWithShape="0" blurRad="177800" dist="38100" dir="5400000">
              <a:srgbClr val="0A1628">
                <a:alpha val="12000"/>
              </a:srgbClr>
            </a:outerShdw>
          </a:effectLst>
        </p:spPr>
      </p:sp>
      <p:sp>
        <p:nvSpPr>
          <p:cNvPr id="13" name="Shape 7"/>
          <p:cNvSpPr/>
          <p:nvPr/>
        </p:nvSpPr>
        <p:spPr>
          <a:xfrm>
            <a:off x="768096" y="1755648"/>
            <a:ext cx="237744" cy="237744"/>
          </a:xfrm>
          <a:prstGeom prst="ellipse">
            <a:avLst/>
          </a:prstGeom>
          <a:solidFill>
            <a:schemeClr val="accent1"/>
          </a:solidFill>
          <a:ln/>
        </p:spPr>
      </p:sp>
      <p:sp>
        <p:nvSpPr>
          <p:cNvPr id="14" name="Text 8"/>
          <p:cNvSpPr txBox="1"/>
          <p:nvPr/>
        </p:nvSpPr>
        <p:spPr>
          <a:xfrm>
            <a:off x="768096" y="1755648"/>
            <a:ext cx="237744" cy="237744"/>
          </a:xfrm>
          <a:prstGeom prst="rect">
            <a:avLst/>
          </a:prstGeom>
          <a:no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15" name="Text 9"/>
          <p:cNvSpPr txBox="1"/>
          <p:nvPr/>
        </p:nvSpPr>
        <p:spPr>
          <a:xfrm>
            <a:off x="1097280" y="1728216"/>
            <a:ext cx="1623425" cy="292608"/>
          </a:xfrm>
          <a:prstGeom prst="rect">
            <a:avLst/>
          </a:prstGeom>
          <a:noFill/>
          <a:ln/>
        </p:spPr>
        <p:txBody>
          <a:bodyPr wrap="square" lIns="0" tIns="0" rIns="0" bIns="0" rtlCol="0" anchor="ctr"/>
          <a:lstStyle/>
          <a:p>
            <a:pPr indent="0" marL="0">
              <a:buNone/>
            </a:pPr>
            <a:r>
              <a:rPr lang="en-US" sz="1300" b="1" dirty="0">
                <a:solidFill>
                  <a:schemeClr val="tx1"/>
                </a:solidFill>
              </a:rPr>
              <a:t>Enrol before travel</a:t>
            </a:r>
            <a:endParaRPr lang="en-US" sz="1300" dirty="0"/>
          </a:p>
        </p:txBody>
      </p:sp>
      <p:pic>
        <p:nvPicPr>
          <p:cNvPr id="16" name="Image 4" descr="preencoded.png">    </p:cNvPr>
          <p:cNvPicPr>
            <a:picLocks noChangeAspect="1"/>
          </p:cNvPicPr>
          <p:nvPr/>
        </p:nvPicPr>
        <p:blipFill>
          <a:blip r:embed="rId5"/>
          <a:stretch>
            <a:fillRect/>
          </a:stretch>
        </p:blipFill>
        <p:spPr>
          <a:xfrm>
            <a:off x="804672" y="2029968"/>
            <a:ext cx="173736" cy="173736"/>
          </a:xfrm>
          <a:prstGeom prst="rect">
            <a:avLst/>
          </a:prstGeom>
        </p:spPr>
      </p:pic>
      <p:sp>
        <p:nvSpPr>
          <p:cNvPr id="17" name="Text 10"/>
          <p:cNvSpPr txBox="1"/>
          <p:nvPr/>
        </p:nvSpPr>
        <p:spPr>
          <a:xfrm>
            <a:off x="1097280" y="1993392"/>
            <a:ext cx="1623425" cy="237744"/>
          </a:xfrm>
          <a:prstGeom prst="rect">
            <a:avLst/>
          </a:prstGeom>
          <a:noFill/>
          <a:ln/>
        </p:spPr>
        <p:txBody>
          <a:bodyPr wrap="square" lIns="0" tIns="0" rIns="0" bIns="0" rtlCol="0" anchor="ctr"/>
          <a:lstStyle/>
          <a:p>
            <a:pPr indent="0" marL="0">
              <a:buNone/>
            </a:pPr>
            <a:r>
              <a:rPr lang="en-US" sz="1100" b="1" dirty="0">
                <a:solidFill>
                  <a:schemeClr val="accent1"/>
                </a:solidFill>
              </a:rPr>
              <a:t>FastPass Mobile App</a:t>
            </a:r>
            <a:endParaRPr lang="en-US" sz="1100" dirty="0"/>
          </a:p>
        </p:txBody>
      </p:sp>
      <p:sp>
        <p:nvSpPr>
          <p:cNvPr id="18" name="Shape 11"/>
          <p:cNvSpPr/>
          <p:nvPr/>
        </p:nvSpPr>
        <p:spPr>
          <a:xfrm>
            <a:off x="3289706" y="1682496"/>
            <a:ext cx="2876903" cy="621792"/>
          </a:xfrm>
          <a:prstGeom prst="roundRect">
            <a:avLst>
              <a:gd name="adj" fmla="val 14706"/>
            </a:avLst>
          </a:prstGeom>
          <a:solidFill>
            <a:schemeClr val="bg1">
              <a:alpha val="94000"/>
            </a:schemeClr>
          </a:solidFill>
          <a:ln/>
          <a:effectLst>
            <a:outerShdw sx="100000" sy="100000" kx="0" ky="0" algn="bl" rotWithShape="0" blurRad="177800" dist="38100" dir="5400000">
              <a:srgbClr val="0A1628">
                <a:alpha val="12000"/>
              </a:srgbClr>
            </a:outerShdw>
          </a:effectLst>
        </p:spPr>
      </p:sp>
      <p:sp>
        <p:nvSpPr>
          <p:cNvPr id="19" name="Shape 12"/>
          <p:cNvSpPr/>
          <p:nvPr/>
        </p:nvSpPr>
        <p:spPr>
          <a:xfrm>
            <a:off x="3399434" y="1755648"/>
            <a:ext cx="219456" cy="219456"/>
          </a:xfrm>
          <a:prstGeom prst="ellipse">
            <a:avLst/>
          </a:prstGeom>
          <a:solidFill>
            <a:schemeClr val="accent1"/>
          </a:solidFill>
          <a:ln/>
        </p:spPr>
      </p:sp>
      <p:sp>
        <p:nvSpPr>
          <p:cNvPr id="20" name="Text 13"/>
          <p:cNvSpPr txBox="1"/>
          <p:nvPr/>
        </p:nvSpPr>
        <p:spPr>
          <a:xfrm>
            <a:off x="3399434" y="1755648"/>
            <a:ext cx="219456" cy="219456"/>
          </a:xfrm>
          <a:prstGeom prst="rect">
            <a:avLst/>
          </a:prstGeom>
          <a:noFill/>
          <a:ln/>
        </p:spPr>
        <p:txBody>
          <a:bodyPr wrap="square" lIns="0" tIns="0" rIns="0" bIns="0" rtlCol="0" anchor="ctr"/>
          <a:lstStyle/>
          <a:p>
            <a:pPr algn="ctr" indent="0" marL="0">
              <a:buNone/>
            </a:pPr>
            <a:r>
              <a:rPr lang="en-US" sz="1000" b="1" dirty="0">
                <a:solidFill>
                  <a:schemeClr val="bg1"/>
                </a:solidFill>
              </a:rPr>
              <a:t>2</a:t>
            </a:r>
            <a:endParaRPr lang="en-US" sz="1000" dirty="0"/>
          </a:p>
        </p:txBody>
      </p:sp>
      <p:sp>
        <p:nvSpPr>
          <p:cNvPr id="21" name="Text 14"/>
          <p:cNvSpPr txBox="1"/>
          <p:nvPr/>
        </p:nvSpPr>
        <p:spPr>
          <a:xfrm>
            <a:off x="3728618" y="1737360"/>
            <a:ext cx="2437991" cy="256032"/>
          </a:xfrm>
          <a:prstGeom prst="rect">
            <a:avLst/>
          </a:prstGeom>
          <a:noFill/>
          <a:ln/>
        </p:spPr>
        <p:txBody>
          <a:bodyPr wrap="square" lIns="0" tIns="0" rIns="0" bIns="0" rtlCol="0" anchor="ctr"/>
          <a:lstStyle/>
          <a:p>
            <a:pPr indent="0" marL="0">
              <a:buNone/>
            </a:pPr>
            <a:r>
              <a:rPr lang="en-US" sz="1300" b="1" dirty="0">
                <a:solidFill>
                  <a:schemeClr val="tx1"/>
                </a:solidFill>
              </a:rPr>
              <a:t>Approach</a:t>
            </a:r>
            <a:pPr indent="0" marL="0">
              <a:buNone/>
            </a:pPr>
            <a:r>
              <a:rPr lang="en-US" sz="1100" b="1" dirty="0">
                <a:solidFill>
                  <a:schemeClr val="accent1"/>
                </a:solidFill>
              </a:rPr>
              <a:t>  BLE pairing</a:t>
            </a:r>
            <a:endParaRPr lang="en-US" sz="1400" dirty="0"/>
          </a:p>
        </p:txBody>
      </p:sp>
      <p:sp>
        <p:nvSpPr>
          <p:cNvPr id="22" name="Shape 15"/>
          <p:cNvSpPr/>
          <p:nvPr/>
        </p:nvSpPr>
        <p:spPr>
          <a:xfrm>
            <a:off x="3399434" y="2020824"/>
            <a:ext cx="219456" cy="219456"/>
          </a:xfrm>
          <a:prstGeom prst="ellipse">
            <a:avLst/>
          </a:prstGeom>
          <a:solidFill>
            <a:schemeClr val="accent1"/>
          </a:solidFill>
          <a:ln/>
        </p:spPr>
      </p:sp>
      <p:sp>
        <p:nvSpPr>
          <p:cNvPr id="23" name="Text 16"/>
          <p:cNvSpPr txBox="1"/>
          <p:nvPr/>
        </p:nvSpPr>
        <p:spPr>
          <a:xfrm>
            <a:off x="3399434" y="2020824"/>
            <a:ext cx="219456" cy="219456"/>
          </a:xfrm>
          <a:prstGeom prst="rect">
            <a:avLst/>
          </a:prstGeom>
          <a:noFill/>
          <a:ln/>
        </p:spPr>
        <p:txBody>
          <a:bodyPr wrap="square" lIns="0" tIns="0" rIns="0" bIns="0" rtlCol="0" anchor="ctr"/>
          <a:lstStyle/>
          <a:p>
            <a:pPr algn="ctr" indent="0" marL="0">
              <a:buNone/>
            </a:pPr>
            <a:r>
              <a:rPr lang="en-US" sz="1000" b="1" dirty="0">
                <a:solidFill>
                  <a:schemeClr val="bg1"/>
                </a:solidFill>
              </a:rPr>
              <a:t>3</a:t>
            </a:r>
            <a:endParaRPr lang="en-US" sz="1000" dirty="0"/>
          </a:p>
        </p:txBody>
      </p:sp>
      <p:sp>
        <p:nvSpPr>
          <p:cNvPr id="24" name="Text 17"/>
          <p:cNvSpPr txBox="1"/>
          <p:nvPr/>
        </p:nvSpPr>
        <p:spPr>
          <a:xfrm>
            <a:off x="3728618" y="2002536"/>
            <a:ext cx="2437991" cy="256032"/>
          </a:xfrm>
          <a:prstGeom prst="rect">
            <a:avLst/>
          </a:prstGeom>
          <a:noFill/>
          <a:ln/>
        </p:spPr>
        <p:txBody>
          <a:bodyPr wrap="square" lIns="0" tIns="0" rIns="0" bIns="0" rtlCol="0" anchor="ctr"/>
          <a:lstStyle/>
          <a:p>
            <a:pPr indent="0" marL="0">
              <a:buNone/>
            </a:pPr>
            <a:r>
              <a:rPr lang="en-US" sz="1300" b="1" dirty="0">
                <a:solidFill>
                  <a:schemeClr val="tx1"/>
                </a:solidFill>
              </a:rPr>
              <a:t>Walk through</a:t>
            </a:r>
            <a:pPr indent="0" marL="0">
              <a:buNone/>
            </a:pPr>
            <a:r>
              <a:rPr lang="en-US" sz="1100" b="1" dirty="0">
                <a:solidFill>
                  <a:schemeClr val="accent1"/>
                </a:solidFill>
              </a:rPr>
              <a:t>  Biometric E-Gate</a:t>
            </a:r>
            <a:endParaRPr lang="en-US" sz="1400" dirty="0"/>
          </a:p>
        </p:txBody>
      </p:sp>
      <p:sp>
        <p:nvSpPr>
          <p:cNvPr id="25" name="Shape 18"/>
          <p:cNvSpPr/>
          <p:nvPr/>
        </p:nvSpPr>
        <p:spPr>
          <a:xfrm>
            <a:off x="5081930" y="3099816"/>
            <a:ext cx="1188720" cy="694944"/>
          </a:xfrm>
          <a:prstGeom prst="roundRect">
            <a:avLst>
              <a:gd name="adj" fmla="val 10526"/>
            </a:avLst>
          </a:prstGeom>
          <a:solidFill>
            <a:srgbClr val="0E1B2D">
              <a:alpha val="96000"/>
            </a:srgbClr>
          </a:solidFill>
          <a:ln w="12700">
            <a:solidFill>
              <a:schemeClr val="accent1"/>
            </a:solidFill>
            <a:prstDash val="solid"/>
          </a:ln>
          <a:effectLst>
            <a:outerShdw sx="100000" sy="100000" kx="0" ky="0" algn="bl" rotWithShape="0" blurRad="177800" dist="38100" dir="5400000">
              <a:srgbClr val="0A1628">
                <a:alpha val="12000"/>
              </a:srgbClr>
            </a:outerShdw>
          </a:effectLst>
        </p:spPr>
      </p:sp>
      <p:sp>
        <p:nvSpPr>
          <p:cNvPr id="26" name="Text 19"/>
          <p:cNvSpPr txBox="1"/>
          <p:nvPr/>
        </p:nvSpPr>
        <p:spPr>
          <a:xfrm>
            <a:off x="5173370" y="3154680"/>
            <a:ext cx="1005840" cy="128016"/>
          </a:xfrm>
          <a:prstGeom prst="rect">
            <a:avLst/>
          </a:prstGeom>
          <a:noFill/>
          <a:ln/>
        </p:spPr>
        <p:txBody>
          <a:bodyPr wrap="square" lIns="0" tIns="0" rIns="0" bIns="0" rtlCol="0" anchor="ctr"/>
          <a:lstStyle/>
          <a:p>
            <a:pPr indent="0" marL="0">
              <a:buNone/>
            </a:pPr>
            <a:r>
              <a:rPr lang="en-US" sz="700" b="1" spc="100" kern="0" dirty="0">
                <a:solidFill>
                  <a:srgbClr val="7FD3EE"/>
                </a:solidFill>
              </a:rPr>
              <a:t>STATUS TV</a:t>
            </a:r>
            <a:endParaRPr lang="en-US" sz="700" dirty="0"/>
          </a:p>
        </p:txBody>
      </p:sp>
      <p:sp>
        <p:nvSpPr>
          <p:cNvPr id="27" name="Shape 20"/>
          <p:cNvSpPr/>
          <p:nvPr/>
        </p:nvSpPr>
        <p:spPr>
          <a:xfrm>
            <a:off x="5173370" y="3328416"/>
            <a:ext cx="219456" cy="219456"/>
          </a:xfrm>
          <a:prstGeom prst="ellipse">
            <a:avLst/>
          </a:prstGeom>
          <a:solidFill>
            <a:srgbClr val="E7CDB4"/>
          </a:solidFill>
          <a:ln/>
        </p:spPr>
      </p:sp>
      <p:sp>
        <p:nvSpPr>
          <p:cNvPr id="28" name="Text 21"/>
          <p:cNvSpPr txBox="1"/>
          <p:nvPr/>
        </p:nvSpPr>
        <p:spPr>
          <a:xfrm>
            <a:off x="5447690" y="3310128"/>
            <a:ext cx="777240" cy="137160"/>
          </a:xfrm>
          <a:prstGeom prst="rect">
            <a:avLst/>
          </a:prstGeom>
          <a:noFill/>
          <a:ln/>
        </p:spPr>
        <p:txBody>
          <a:bodyPr wrap="square" lIns="0" tIns="0" rIns="0" bIns="0" rtlCol="0" anchor="ctr"/>
          <a:lstStyle/>
          <a:p>
            <a:pPr indent="0" marL="0">
              <a:buNone/>
            </a:pPr>
            <a:r>
              <a:rPr lang="en-US" sz="900" b="1" dirty="0">
                <a:solidFill>
                  <a:srgbClr val="FFFFFF"/>
                </a:solidFill>
              </a:rPr>
              <a:t>TAN M. Y.</a:t>
            </a:r>
            <a:endParaRPr lang="en-US" sz="900" dirty="0"/>
          </a:p>
        </p:txBody>
      </p:sp>
      <p:sp>
        <p:nvSpPr>
          <p:cNvPr id="29" name="Text 22"/>
          <p:cNvSpPr txBox="1"/>
          <p:nvPr/>
        </p:nvSpPr>
        <p:spPr>
          <a:xfrm>
            <a:off x="5447690" y="3438144"/>
            <a:ext cx="777240" cy="118872"/>
          </a:xfrm>
          <a:prstGeom prst="rect">
            <a:avLst/>
          </a:prstGeom>
          <a:noFill/>
          <a:ln/>
        </p:spPr>
        <p:txBody>
          <a:bodyPr wrap="square" lIns="0" tIns="0" rIns="0" bIns="0" rtlCol="0" anchor="ctr"/>
          <a:lstStyle/>
          <a:p>
            <a:pPr indent="0" marL="0">
              <a:buNone/>
            </a:pPr>
            <a:r>
              <a:rPr lang="en-US" sz="700" dirty="0">
                <a:solidFill>
                  <a:srgbClr val="9AA8BC"/>
                </a:solidFill>
              </a:rPr>
              <a:t>SQ 322 · B12</a:t>
            </a:r>
            <a:endParaRPr lang="en-US" sz="700" dirty="0"/>
          </a:p>
        </p:txBody>
      </p:sp>
      <p:sp>
        <p:nvSpPr>
          <p:cNvPr id="30" name="Shape 23"/>
          <p:cNvSpPr/>
          <p:nvPr/>
        </p:nvSpPr>
        <p:spPr>
          <a:xfrm>
            <a:off x="5173370" y="3584448"/>
            <a:ext cx="1005840" cy="146304"/>
          </a:xfrm>
          <a:prstGeom prst="roundRect">
            <a:avLst>
              <a:gd name="adj" fmla="val 50000"/>
            </a:avLst>
          </a:prstGeom>
          <a:solidFill>
            <a:schemeClr val="accent2"/>
          </a:solidFill>
          <a:ln/>
        </p:spPr>
      </p:sp>
      <p:sp>
        <p:nvSpPr>
          <p:cNvPr id="31" name="Text 24"/>
          <p:cNvSpPr txBox="1"/>
          <p:nvPr/>
        </p:nvSpPr>
        <p:spPr>
          <a:xfrm>
            <a:off x="5173370" y="3584448"/>
            <a:ext cx="1005840" cy="146304"/>
          </a:xfrm>
          <a:prstGeom prst="rect">
            <a:avLst/>
          </a:prstGeom>
          <a:noFill/>
          <a:ln/>
        </p:spPr>
        <p:txBody>
          <a:bodyPr wrap="square" lIns="0" tIns="0" rIns="0" bIns="0" rtlCol="0" anchor="ctr"/>
          <a:lstStyle/>
          <a:p>
            <a:pPr algn="ctr" indent="0" marL="0">
              <a:buNone/>
            </a:pPr>
            <a:r>
              <a:rPr lang="en-US" sz="750" b="1" spc="100" kern="0" dirty="0">
                <a:solidFill>
                  <a:srgbClr val="FFFFFF"/>
                </a:solidFill>
              </a:rPr>
              <a:t>CLEARED</a:t>
            </a:r>
            <a:endParaRPr lang="en-US" sz="750" dirty="0"/>
          </a:p>
        </p:txBody>
      </p:sp>
      <p:sp>
        <p:nvSpPr>
          <p:cNvPr id="32" name="Shape 25"/>
          <p:cNvSpPr/>
          <p:nvPr/>
        </p:nvSpPr>
        <p:spPr>
          <a:xfrm>
            <a:off x="6636410" y="1682496"/>
            <a:ext cx="1962265" cy="585216"/>
          </a:xfrm>
          <a:prstGeom prst="roundRect">
            <a:avLst>
              <a:gd name="adj" fmla="val 15625"/>
            </a:avLst>
          </a:prstGeom>
          <a:solidFill>
            <a:schemeClr val="bg1">
              <a:alpha val="94000"/>
            </a:schemeClr>
          </a:solidFill>
          <a:ln/>
          <a:effectLst>
            <a:outerShdw sx="100000" sy="100000" kx="0" ky="0" algn="bl" rotWithShape="0" blurRad="177800" dist="38100" dir="5400000">
              <a:srgbClr val="0A1628">
                <a:alpha val="12000"/>
              </a:srgbClr>
            </a:outerShdw>
          </a:effectLst>
        </p:spPr>
      </p:sp>
      <p:sp>
        <p:nvSpPr>
          <p:cNvPr id="33" name="Shape 26"/>
          <p:cNvSpPr/>
          <p:nvPr/>
        </p:nvSpPr>
        <p:spPr>
          <a:xfrm>
            <a:off x="6746138" y="1755648"/>
            <a:ext cx="237744" cy="237744"/>
          </a:xfrm>
          <a:prstGeom prst="ellipse">
            <a:avLst/>
          </a:prstGeom>
          <a:solidFill>
            <a:schemeClr val="accent1"/>
          </a:solidFill>
          <a:ln/>
        </p:spPr>
      </p:sp>
      <p:sp>
        <p:nvSpPr>
          <p:cNvPr id="34" name="Text 27"/>
          <p:cNvSpPr txBox="1"/>
          <p:nvPr/>
        </p:nvSpPr>
        <p:spPr>
          <a:xfrm>
            <a:off x="6746138" y="1755648"/>
            <a:ext cx="237744" cy="237744"/>
          </a:xfrm>
          <a:prstGeom prst="rect">
            <a:avLst/>
          </a:prstGeom>
          <a:noFill/>
          <a:ln/>
        </p:spPr>
        <p:txBody>
          <a:bodyPr wrap="square" lIns="0" tIns="0" rIns="0" bIns="0" rtlCol="0" anchor="ctr"/>
          <a:lstStyle/>
          <a:p>
            <a:pPr algn="ctr" indent="0" marL="0">
              <a:buNone/>
            </a:pPr>
            <a:r>
              <a:rPr lang="en-US" sz="1100" b="1" dirty="0">
                <a:solidFill>
                  <a:schemeClr val="bg1"/>
                </a:solidFill>
              </a:rPr>
              <a:t>4</a:t>
            </a:r>
            <a:endParaRPr lang="en-US" sz="1100" dirty="0"/>
          </a:p>
        </p:txBody>
      </p:sp>
      <p:sp>
        <p:nvSpPr>
          <p:cNvPr id="35" name="Text 28"/>
          <p:cNvSpPr txBox="1"/>
          <p:nvPr/>
        </p:nvSpPr>
        <p:spPr>
          <a:xfrm>
            <a:off x="7075322" y="1728216"/>
            <a:ext cx="1523353" cy="292608"/>
          </a:xfrm>
          <a:prstGeom prst="rect">
            <a:avLst/>
          </a:prstGeom>
          <a:noFill/>
          <a:ln/>
        </p:spPr>
        <p:txBody>
          <a:bodyPr wrap="square" lIns="0" tIns="0" rIns="0" bIns="0" rtlCol="0" anchor="ctr"/>
          <a:lstStyle/>
          <a:p>
            <a:pPr indent="0" marL="0">
              <a:buNone/>
            </a:pPr>
            <a:r>
              <a:rPr lang="en-US" sz="1300" b="1" dirty="0">
                <a:solidFill>
                  <a:schemeClr val="tx1"/>
                </a:solidFill>
              </a:rPr>
              <a:t>Pre-screen</a:t>
            </a:r>
            <a:endParaRPr lang="en-US" sz="1300" dirty="0"/>
          </a:p>
        </p:txBody>
      </p:sp>
      <p:pic>
        <p:nvPicPr>
          <p:cNvPr id="36" name="Image 5" descr="preencoded.png">    </p:cNvPr>
          <p:cNvPicPr>
            <a:picLocks noChangeAspect="1"/>
          </p:cNvPicPr>
          <p:nvPr/>
        </p:nvPicPr>
        <p:blipFill>
          <a:blip r:embed="rId6"/>
          <a:stretch>
            <a:fillRect/>
          </a:stretch>
        </p:blipFill>
        <p:spPr>
          <a:xfrm>
            <a:off x="6782714" y="2029968"/>
            <a:ext cx="173736" cy="173736"/>
          </a:xfrm>
          <a:prstGeom prst="rect">
            <a:avLst/>
          </a:prstGeom>
        </p:spPr>
      </p:pic>
      <p:sp>
        <p:nvSpPr>
          <p:cNvPr id="37" name="Text 29"/>
          <p:cNvSpPr txBox="1"/>
          <p:nvPr/>
        </p:nvSpPr>
        <p:spPr>
          <a:xfrm>
            <a:off x="7075322" y="1993392"/>
            <a:ext cx="1523353" cy="237744"/>
          </a:xfrm>
          <a:prstGeom prst="rect">
            <a:avLst/>
          </a:prstGeom>
          <a:noFill/>
          <a:ln/>
        </p:spPr>
        <p:txBody>
          <a:bodyPr wrap="square" lIns="0" tIns="0" rIns="0" bIns="0" rtlCol="0" anchor="ctr"/>
          <a:lstStyle/>
          <a:p>
            <a:pPr indent="0" marL="0">
              <a:buNone/>
            </a:pPr>
            <a:r>
              <a:rPr lang="en-US" sz="1100" b="1" dirty="0">
                <a:solidFill>
                  <a:schemeClr val="accent1"/>
                </a:solidFill>
              </a:rPr>
              <a:t>Profile Check reader</a:t>
            </a:r>
            <a:endParaRPr lang="en-US" sz="1100" dirty="0"/>
          </a:p>
        </p:txBody>
      </p:sp>
      <p:sp>
        <p:nvSpPr>
          <p:cNvPr id="38" name="Shape 30"/>
          <p:cNvSpPr/>
          <p:nvPr/>
        </p:nvSpPr>
        <p:spPr>
          <a:xfrm>
            <a:off x="9267749" y="1682496"/>
            <a:ext cx="2070592" cy="585216"/>
          </a:xfrm>
          <a:prstGeom prst="roundRect">
            <a:avLst>
              <a:gd name="adj" fmla="val 15625"/>
            </a:avLst>
          </a:prstGeom>
          <a:solidFill>
            <a:schemeClr val="bg1">
              <a:alpha val="94000"/>
            </a:schemeClr>
          </a:solidFill>
          <a:ln/>
          <a:effectLst>
            <a:outerShdw sx="100000" sy="100000" kx="0" ky="0" algn="bl" rotWithShape="0" blurRad="177800" dist="38100" dir="5400000">
              <a:srgbClr val="0A1628">
                <a:alpha val="12000"/>
              </a:srgbClr>
            </a:outerShdw>
          </a:effectLst>
        </p:spPr>
      </p:sp>
      <p:sp>
        <p:nvSpPr>
          <p:cNvPr id="39" name="Shape 31"/>
          <p:cNvSpPr/>
          <p:nvPr/>
        </p:nvSpPr>
        <p:spPr>
          <a:xfrm>
            <a:off x="9377477" y="1755648"/>
            <a:ext cx="237744" cy="237744"/>
          </a:xfrm>
          <a:prstGeom prst="ellipse">
            <a:avLst/>
          </a:prstGeom>
          <a:solidFill>
            <a:schemeClr val="accent1"/>
          </a:solidFill>
          <a:ln/>
        </p:spPr>
      </p:sp>
      <p:sp>
        <p:nvSpPr>
          <p:cNvPr id="40" name="Text 32"/>
          <p:cNvSpPr txBox="1"/>
          <p:nvPr/>
        </p:nvSpPr>
        <p:spPr>
          <a:xfrm>
            <a:off x="9377477" y="1755648"/>
            <a:ext cx="237744" cy="237744"/>
          </a:xfrm>
          <a:prstGeom prst="rect">
            <a:avLst/>
          </a:prstGeom>
          <a:noFill/>
          <a:ln/>
        </p:spPr>
        <p:txBody>
          <a:bodyPr wrap="square" lIns="0" tIns="0" rIns="0" bIns="0" rtlCol="0" anchor="ctr"/>
          <a:lstStyle/>
          <a:p>
            <a:pPr algn="ctr" indent="0" marL="0">
              <a:buNone/>
            </a:pPr>
            <a:r>
              <a:rPr lang="en-US" sz="1100" b="1" dirty="0">
                <a:solidFill>
                  <a:schemeClr val="bg1"/>
                </a:solidFill>
              </a:rPr>
              <a:t>5</a:t>
            </a:r>
            <a:endParaRPr lang="en-US" sz="1100" dirty="0"/>
          </a:p>
        </p:txBody>
      </p:sp>
      <p:sp>
        <p:nvSpPr>
          <p:cNvPr id="41" name="Text 33"/>
          <p:cNvSpPr txBox="1"/>
          <p:nvPr/>
        </p:nvSpPr>
        <p:spPr>
          <a:xfrm>
            <a:off x="9706661" y="1728216"/>
            <a:ext cx="1631680" cy="292608"/>
          </a:xfrm>
          <a:prstGeom prst="rect">
            <a:avLst/>
          </a:prstGeom>
          <a:noFill/>
          <a:ln/>
        </p:spPr>
        <p:txBody>
          <a:bodyPr wrap="square" lIns="0" tIns="0" rIns="0" bIns="0" rtlCol="0" anchor="ctr"/>
          <a:lstStyle/>
          <a:p>
            <a:pPr indent="0" marL="0">
              <a:buNone/>
            </a:pPr>
            <a:r>
              <a:rPr lang="en-US" sz="1300" b="1" dirty="0">
                <a:solidFill>
                  <a:schemeClr val="tx1"/>
                </a:solidFill>
              </a:rPr>
              <a:t>Board</a:t>
            </a:r>
            <a:endParaRPr lang="en-US" sz="1300" dirty="0"/>
          </a:p>
        </p:txBody>
      </p:sp>
      <p:pic>
        <p:nvPicPr>
          <p:cNvPr id="42" name="Image 6" descr="preencoded.png">    </p:cNvPr>
          <p:cNvPicPr>
            <a:picLocks noChangeAspect="1"/>
          </p:cNvPicPr>
          <p:nvPr/>
        </p:nvPicPr>
        <p:blipFill>
          <a:blip r:embed="rId7"/>
          <a:stretch>
            <a:fillRect/>
          </a:stretch>
        </p:blipFill>
        <p:spPr>
          <a:xfrm>
            <a:off x="9414053" y="2029968"/>
            <a:ext cx="173736" cy="173736"/>
          </a:xfrm>
          <a:prstGeom prst="rect">
            <a:avLst/>
          </a:prstGeom>
        </p:spPr>
      </p:pic>
      <p:sp>
        <p:nvSpPr>
          <p:cNvPr id="43" name="Text 34"/>
          <p:cNvSpPr txBox="1"/>
          <p:nvPr/>
        </p:nvSpPr>
        <p:spPr>
          <a:xfrm>
            <a:off x="9706661" y="1993392"/>
            <a:ext cx="1631680" cy="237744"/>
          </a:xfrm>
          <a:prstGeom prst="rect">
            <a:avLst/>
          </a:prstGeom>
          <a:noFill/>
          <a:ln/>
        </p:spPr>
        <p:txBody>
          <a:bodyPr wrap="square" lIns="0" tIns="0" rIns="0" bIns="0" rtlCol="0" anchor="ctr"/>
          <a:lstStyle/>
          <a:p>
            <a:pPr indent="0" marL="0">
              <a:buNone/>
            </a:pPr>
            <a:r>
              <a:rPr lang="en-US" sz="1100" b="1" dirty="0">
                <a:solidFill>
                  <a:schemeClr val="accent1"/>
                </a:solidFill>
              </a:rPr>
              <a:t>Smart Boarding Kiosk</a:t>
            </a:r>
            <a:endParaRPr lang="en-US" sz="1100" dirty="0"/>
          </a:p>
        </p:txBody>
      </p:sp>
      <p:sp>
        <p:nvSpPr>
          <p:cNvPr id="44" name="Shape 35"/>
          <p:cNvSpPr/>
          <p:nvPr/>
        </p:nvSpPr>
        <p:spPr>
          <a:xfrm>
            <a:off x="2951378" y="2862986"/>
            <a:ext cx="310896" cy="310896"/>
          </a:xfrm>
          <a:prstGeom prst="ellipse">
            <a:avLst/>
          </a:prstGeom>
          <a:solidFill>
            <a:schemeClr val="accent1"/>
          </a:solidFill>
          <a:ln w="19050">
            <a:solidFill>
              <a:schemeClr val="bg1"/>
            </a:solidFill>
            <a:prstDash val="solid"/>
          </a:ln>
          <a:effectLst>
            <a:outerShdw sx="100000" sy="100000" kx="0" ky="0" algn="bl" rotWithShape="0" blurRad="177800" dist="38100" dir="5400000">
              <a:srgbClr val="0A1628">
                <a:alpha val="12000"/>
              </a:srgbClr>
            </a:outerShdw>
          </a:effectLst>
        </p:spPr>
      </p:sp>
      <p:pic>
        <p:nvPicPr>
          <p:cNvPr id="45" name="Image 7" descr="preencoded.png">    </p:cNvPr>
          <p:cNvPicPr>
            <a:picLocks noChangeAspect="1"/>
          </p:cNvPicPr>
          <p:nvPr/>
        </p:nvPicPr>
        <p:blipFill>
          <a:blip r:embed="rId8"/>
          <a:stretch>
            <a:fillRect/>
          </a:stretch>
        </p:blipFill>
        <p:spPr>
          <a:xfrm>
            <a:off x="3015386" y="2926994"/>
            <a:ext cx="182880" cy="182880"/>
          </a:xfrm>
          <a:prstGeom prst="rect">
            <a:avLst/>
          </a:prstGeom>
        </p:spPr>
      </p:pic>
      <p:sp>
        <p:nvSpPr>
          <p:cNvPr id="46" name="Shape 36"/>
          <p:cNvSpPr/>
          <p:nvPr/>
        </p:nvSpPr>
        <p:spPr>
          <a:xfrm>
            <a:off x="6298082" y="2862986"/>
            <a:ext cx="310896" cy="310896"/>
          </a:xfrm>
          <a:prstGeom prst="ellipse">
            <a:avLst/>
          </a:prstGeom>
          <a:solidFill>
            <a:schemeClr val="accent1"/>
          </a:solidFill>
          <a:ln w="19050">
            <a:solidFill>
              <a:schemeClr val="bg1"/>
            </a:solidFill>
            <a:prstDash val="solid"/>
          </a:ln>
          <a:effectLst>
            <a:outerShdw sx="100000" sy="100000" kx="0" ky="0" algn="bl" rotWithShape="0" blurRad="177800" dist="38100" dir="5400000">
              <a:srgbClr val="0A1628">
                <a:alpha val="12000"/>
              </a:srgbClr>
            </a:outerShdw>
          </a:effectLst>
        </p:spPr>
      </p:sp>
      <p:pic>
        <p:nvPicPr>
          <p:cNvPr id="47" name="Image 8" descr="preencoded.png">    </p:cNvPr>
          <p:cNvPicPr>
            <a:picLocks noChangeAspect="1"/>
          </p:cNvPicPr>
          <p:nvPr/>
        </p:nvPicPr>
        <p:blipFill>
          <a:blip r:embed="rId9"/>
          <a:stretch>
            <a:fillRect/>
          </a:stretch>
        </p:blipFill>
        <p:spPr>
          <a:xfrm>
            <a:off x="6362090" y="2926994"/>
            <a:ext cx="182880" cy="182880"/>
          </a:xfrm>
          <a:prstGeom prst="rect">
            <a:avLst/>
          </a:prstGeom>
        </p:spPr>
      </p:pic>
      <p:sp>
        <p:nvSpPr>
          <p:cNvPr id="48" name="Shape 37"/>
          <p:cNvSpPr/>
          <p:nvPr/>
        </p:nvSpPr>
        <p:spPr>
          <a:xfrm>
            <a:off x="8929421" y="2862986"/>
            <a:ext cx="310896" cy="310896"/>
          </a:xfrm>
          <a:prstGeom prst="ellipse">
            <a:avLst/>
          </a:prstGeom>
          <a:solidFill>
            <a:schemeClr val="accent1"/>
          </a:solidFill>
          <a:ln w="19050">
            <a:solidFill>
              <a:schemeClr val="bg1"/>
            </a:solidFill>
            <a:prstDash val="solid"/>
          </a:ln>
          <a:effectLst>
            <a:outerShdw sx="100000" sy="100000" kx="0" ky="0" algn="bl" rotWithShape="0" blurRad="177800" dist="38100" dir="5400000">
              <a:srgbClr val="0A1628">
                <a:alpha val="12000"/>
              </a:srgbClr>
            </a:outerShdw>
          </a:effectLst>
        </p:spPr>
      </p:sp>
      <p:pic>
        <p:nvPicPr>
          <p:cNvPr id="49" name="Image 9" descr="preencoded.png">    </p:cNvPr>
          <p:cNvPicPr>
            <a:picLocks noChangeAspect="1"/>
          </p:cNvPicPr>
          <p:nvPr/>
        </p:nvPicPr>
        <p:blipFill>
          <a:blip r:embed="rId10"/>
          <a:stretch>
            <a:fillRect/>
          </a:stretch>
        </p:blipFill>
        <p:spPr>
          <a:xfrm>
            <a:off x="8993429" y="2926994"/>
            <a:ext cx="182880" cy="182880"/>
          </a:xfrm>
          <a:prstGeom prst="rect">
            <a:avLst/>
          </a:prstGeom>
        </p:spPr>
      </p:pic>
      <p:sp>
        <p:nvSpPr>
          <p:cNvPr id="50" name="Shape 38"/>
          <p:cNvSpPr/>
          <p:nvPr/>
        </p:nvSpPr>
        <p:spPr>
          <a:xfrm>
            <a:off x="548640" y="4050792"/>
            <a:ext cx="11094415" cy="2221992"/>
          </a:xfrm>
          <a:prstGeom prst="roundRect">
            <a:avLst>
              <a:gd name="adj" fmla="val 6584"/>
            </a:avLst>
          </a:prstGeom>
          <a:solidFill>
            <a:schemeClr val="accent6"/>
          </a:solidFill>
          <a:ln/>
          <a:effectLst>
            <a:outerShdw sx="100000" sy="100000" kx="0" ky="0" algn="bl" rotWithShape="0" blurRad="177800" dist="38100" dir="5400000">
              <a:srgbClr val="0A1628">
                <a:alpha val="12000"/>
              </a:srgbClr>
            </a:outerShdw>
          </a:effectLst>
        </p:spPr>
      </p:sp>
      <p:sp>
        <p:nvSpPr>
          <p:cNvPr id="51" name="Text 39"/>
          <p:cNvSpPr txBox="1"/>
          <p:nvPr/>
        </p:nvSpPr>
        <p:spPr>
          <a:xfrm>
            <a:off x="804672" y="4270248"/>
            <a:ext cx="2286000" cy="201168"/>
          </a:xfrm>
          <a:prstGeom prst="rect">
            <a:avLst/>
          </a:prstGeom>
          <a:noFill/>
          <a:ln/>
        </p:spPr>
        <p:txBody>
          <a:bodyPr wrap="square" lIns="0" tIns="0" rIns="0" bIns="0" rtlCol="0" anchor="ctr"/>
          <a:lstStyle/>
          <a:p>
            <a:pPr indent="0" marL="0">
              <a:buNone/>
            </a:pPr>
            <a:r>
              <a:rPr lang="en-US" sz="900" b="1" spc="200" kern="0" dirty="0">
                <a:solidFill>
                  <a:srgbClr val="7FD3EE"/>
                </a:solidFill>
              </a:rPr>
              <a:t>BEHIND EVERY STEP</a:t>
            </a:r>
            <a:endParaRPr lang="en-US" sz="900" dirty="0"/>
          </a:p>
        </p:txBody>
      </p:sp>
      <p:sp>
        <p:nvSpPr>
          <p:cNvPr id="52" name="Shape 40"/>
          <p:cNvSpPr/>
          <p:nvPr/>
        </p:nvSpPr>
        <p:spPr>
          <a:xfrm>
            <a:off x="804672" y="4562856"/>
            <a:ext cx="274320" cy="274320"/>
          </a:xfrm>
          <a:prstGeom prst="ellipse">
            <a:avLst/>
          </a:prstGeom>
          <a:solidFill>
            <a:schemeClr val="bg1"/>
          </a:solidFill>
          <a:ln/>
        </p:spPr>
      </p:sp>
      <p:sp>
        <p:nvSpPr>
          <p:cNvPr id="53" name="Text 41"/>
          <p:cNvSpPr txBox="1"/>
          <p:nvPr/>
        </p:nvSpPr>
        <p:spPr>
          <a:xfrm>
            <a:off x="804672" y="4562856"/>
            <a:ext cx="274320" cy="274320"/>
          </a:xfrm>
          <a:prstGeom prst="rect">
            <a:avLst/>
          </a:prstGeom>
          <a:noFill/>
          <a:ln/>
        </p:spPr>
        <p:txBody>
          <a:bodyPr wrap="square" lIns="0" tIns="0" rIns="0" bIns="0" rtlCol="0" anchor="ctr"/>
          <a:lstStyle/>
          <a:p>
            <a:pPr algn="ctr" indent="0" marL="0">
              <a:buNone/>
            </a:pPr>
            <a:r>
              <a:rPr lang="en-US" sz="1200" b="1" dirty="0">
                <a:solidFill>
                  <a:schemeClr val="accent6"/>
                </a:solidFill>
              </a:rPr>
              <a:t>6</a:t>
            </a:r>
            <a:endParaRPr lang="en-US" sz="1200" dirty="0"/>
          </a:p>
        </p:txBody>
      </p:sp>
      <p:sp>
        <p:nvSpPr>
          <p:cNvPr id="54" name="Text 42"/>
          <p:cNvSpPr txBox="1"/>
          <p:nvPr/>
        </p:nvSpPr>
        <p:spPr>
          <a:xfrm>
            <a:off x="1188720" y="4526280"/>
            <a:ext cx="1828800" cy="347472"/>
          </a:xfrm>
          <a:prstGeom prst="rect">
            <a:avLst/>
          </a:prstGeom>
          <a:noFill/>
          <a:ln/>
        </p:spPr>
        <p:txBody>
          <a:bodyPr wrap="square" lIns="0" tIns="0" rIns="0" bIns="0" rtlCol="0" anchor="ctr"/>
          <a:lstStyle/>
          <a:p>
            <a:pPr indent="0" marL="0">
              <a:buNone/>
            </a:pPr>
            <a:r>
              <a:rPr lang="en-US" sz="1800" b="1" dirty="0">
                <a:solidFill>
                  <a:schemeClr val="bg1"/>
                </a:solidFill>
              </a:rPr>
              <a:t>Oversee</a:t>
            </a:r>
            <a:endParaRPr lang="en-US" sz="1800" dirty="0"/>
          </a:p>
        </p:txBody>
      </p:sp>
      <p:sp>
        <p:nvSpPr>
          <p:cNvPr id="55" name="Text 43"/>
          <p:cNvSpPr txBox="1"/>
          <p:nvPr/>
        </p:nvSpPr>
        <p:spPr>
          <a:xfrm>
            <a:off x="804672" y="4928616"/>
            <a:ext cx="2286000" cy="256032"/>
          </a:xfrm>
          <a:prstGeom prst="rect">
            <a:avLst/>
          </a:prstGeom>
          <a:noFill/>
          <a:ln/>
        </p:spPr>
        <p:txBody>
          <a:bodyPr wrap="square" lIns="0" tIns="0" rIns="0" bIns="0" rtlCol="0" anchor="ctr"/>
          <a:lstStyle/>
          <a:p>
            <a:pPr indent="0" marL="0">
              <a:buNone/>
            </a:pPr>
            <a:r>
              <a:rPr lang="en-US" sz="1300" b="1" dirty="0">
                <a:solidFill>
                  <a:srgbClr val="7FD3EE"/>
                </a:solidFill>
              </a:rPr>
              <a:t>AGIL® Secure ISMP</a:t>
            </a:r>
            <a:endParaRPr lang="en-US" sz="1300" dirty="0"/>
          </a:p>
        </p:txBody>
      </p:sp>
      <p:pic>
        <p:nvPicPr>
          <p:cNvPr id="56" name="Image 10" descr="preencoded.png">    </p:cNvPr>
          <p:cNvPicPr>
            <a:picLocks noChangeAspect="1"/>
          </p:cNvPicPr>
          <p:nvPr/>
        </p:nvPicPr>
        <p:blipFill>
          <a:blip r:embed="rId11"/>
          <a:stretch>
            <a:fillRect/>
          </a:stretch>
        </p:blipFill>
        <p:spPr>
          <a:xfrm>
            <a:off x="804672" y="5321808"/>
            <a:ext cx="182880" cy="182880"/>
          </a:xfrm>
          <a:prstGeom prst="rect">
            <a:avLst/>
          </a:prstGeom>
        </p:spPr>
      </p:pic>
      <p:sp>
        <p:nvSpPr>
          <p:cNvPr id="57" name="Text 44"/>
          <p:cNvSpPr txBox="1"/>
          <p:nvPr/>
        </p:nvSpPr>
        <p:spPr>
          <a:xfrm>
            <a:off x="1097280" y="5294376"/>
            <a:ext cx="2011680" cy="237744"/>
          </a:xfrm>
          <a:prstGeom prst="rect">
            <a:avLst/>
          </a:prstGeom>
          <a:noFill/>
          <a:ln/>
        </p:spPr>
        <p:txBody>
          <a:bodyPr wrap="square" lIns="0" tIns="0" rIns="0" bIns="0" rtlCol="0" anchor="ctr"/>
          <a:lstStyle/>
          <a:p>
            <a:pPr indent="0" marL="0">
              <a:buNone/>
            </a:pPr>
            <a:r>
              <a:rPr lang="en-US" sz="1200" dirty="0">
                <a:solidFill>
                  <a:schemeClr val="bg1"/>
                </a:solidFill>
              </a:rPr>
              <a:t>Live passenger log</a:t>
            </a:r>
            <a:endParaRPr lang="en-US" sz="1200" dirty="0"/>
          </a:p>
        </p:txBody>
      </p:sp>
      <p:pic>
        <p:nvPicPr>
          <p:cNvPr id="58" name="Image 11" descr="preencoded.png">    </p:cNvPr>
          <p:cNvPicPr>
            <a:picLocks noChangeAspect="1"/>
          </p:cNvPicPr>
          <p:nvPr/>
        </p:nvPicPr>
        <p:blipFill>
          <a:blip r:embed="rId12"/>
          <a:stretch>
            <a:fillRect/>
          </a:stretch>
        </p:blipFill>
        <p:spPr>
          <a:xfrm>
            <a:off x="804672" y="5614416"/>
            <a:ext cx="182880" cy="182880"/>
          </a:xfrm>
          <a:prstGeom prst="rect">
            <a:avLst/>
          </a:prstGeom>
        </p:spPr>
      </p:pic>
      <p:sp>
        <p:nvSpPr>
          <p:cNvPr id="59" name="Text 45"/>
          <p:cNvSpPr txBox="1"/>
          <p:nvPr/>
        </p:nvSpPr>
        <p:spPr>
          <a:xfrm>
            <a:off x="1097280" y="5586984"/>
            <a:ext cx="2011680" cy="237744"/>
          </a:xfrm>
          <a:prstGeom prst="rect">
            <a:avLst/>
          </a:prstGeom>
          <a:noFill/>
          <a:ln/>
        </p:spPr>
        <p:txBody>
          <a:bodyPr wrap="square" lIns="0" tIns="0" rIns="0" bIns="0" rtlCol="0" anchor="ctr"/>
          <a:lstStyle/>
          <a:p>
            <a:pPr indent="0" marL="0">
              <a:buNone/>
            </a:pPr>
            <a:r>
              <a:rPr lang="en-US" sz="1200" dirty="0">
                <a:solidFill>
                  <a:schemeClr val="bg1"/>
                </a:solidFill>
              </a:rPr>
              <a:t>Flow by zone</a:t>
            </a:r>
            <a:endParaRPr lang="en-US" sz="1200" dirty="0"/>
          </a:p>
        </p:txBody>
      </p:sp>
      <p:pic>
        <p:nvPicPr>
          <p:cNvPr id="60" name="Image 12" descr="preencoded.png">    </p:cNvPr>
          <p:cNvPicPr>
            <a:picLocks noChangeAspect="1"/>
          </p:cNvPicPr>
          <p:nvPr/>
        </p:nvPicPr>
        <p:blipFill>
          <a:blip r:embed="rId13"/>
          <a:stretch>
            <a:fillRect/>
          </a:stretch>
        </p:blipFill>
        <p:spPr>
          <a:xfrm>
            <a:off x="804672" y="5907024"/>
            <a:ext cx="182880" cy="182880"/>
          </a:xfrm>
          <a:prstGeom prst="rect">
            <a:avLst/>
          </a:prstGeom>
        </p:spPr>
      </p:pic>
      <p:sp>
        <p:nvSpPr>
          <p:cNvPr id="61" name="Text 46"/>
          <p:cNvSpPr txBox="1"/>
          <p:nvPr/>
        </p:nvSpPr>
        <p:spPr>
          <a:xfrm>
            <a:off x="1097280" y="5879592"/>
            <a:ext cx="2011680" cy="237744"/>
          </a:xfrm>
          <a:prstGeom prst="rect">
            <a:avLst/>
          </a:prstGeom>
          <a:noFill/>
          <a:ln/>
        </p:spPr>
        <p:txBody>
          <a:bodyPr wrap="square" lIns="0" tIns="0" rIns="0" bIns="0" rtlCol="0" anchor="ctr"/>
          <a:lstStyle/>
          <a:p>
            <a:pPr indent="0" marL="0">
              <a:buNone/>
            </a:pPr>
            <a:r>
              <a:rPr lang="en-US" sz="1200" dirty="0">
                <a:solidFill>
                  <a:schemeClr val="bg1"/>
                </a:solidFill>
              </a:rPr>
              <a:t>Exception alerts</a:t>
            </a:r>
            <a:endParaRPr lang="en-US" sz="1200" dirty="0"/>
          </a:p>
        </p:txBody>
      </p:sp>
      <p:sp>
        <p:nvSpPr>
          <p:cNvPr id="62" name="Shape 47"/>
          <p:cNvSpPr/>
          <p:nvPr/>
        </p:nvSpPr>
        <p:spPr>
          <a:xfrm>
            <a:off x="3246120" y="4197096"/>
            <a:ext cx="3048427" cy="1929384"/>
          </a:xfrm>
          <a:prstGeom prst="roundRect">
            <a:avLst>
              <a:gd name="adj" fmla="val 7583"/>
            </a:avLst>
          </a:prstGeom>
          <a:solidFill>
            <a:schemeClr val="bg1"/>
          </a:solidFill>
          <a:ln/>
          <a:effectLst>
            <a:outerShdw sx="100000" sy="100000" kx="0" ky="0" algn="bl" rotWithShape="0" blurRad="177800" dist="38100" dir="5400000">
              <a:srgbClr val="0A1628">
                <a:alpha val="12000"/>
              </a:srgbClr>
            </a:outerShdw>
          </a:effectLst>
        </p:spPr>
      </p:sp>
      <p:pic>
        <p:nvPicPr>
          <p:cNvPr id="63" name="AGIL Secure ISMP" descr="/tmp/claude-0/-home-user-sgqy/b70fb111-7300-56ba-abe4-4b6e17d8c33e/scratchpad/assets/v7/b6.png">    </p:cNvPr>
          <p:cNvPicPr>
            <a:picLocks noChangeAspect="1"/>
          </p:cNvPicPr>
          <p:nvPr/>
        </p:nvPicPr>
        <p:blipFill>
          <a:blip r:embed="rId14"/>
          <a:stretch>
            <a:fillRect/>
          </a:stretch>
        </p:blipFill>
        <p:spPr>
          <a:xfrm>
            <a:off x="3246120" y="4197096"/>
            <a:ext cx="3048427" cy="1929384"/>
          </a:xfrm>
          <a:prstGeom prst="rect">
            <a:avLst/>
          </a:prstGeom>
        </p:spPr>
      </p:pic>
      <p:pic>
        <p:nvPicPr>
          <p:cNvPr id="64" name="Curb-to-gate journey map" descr="/tmp/claude-0/-home-user-sgqy/b70fb111-7300-56ba-abe4-4b6e17d8c33e/scratchpad/journey/sf_pearl.png">    </p:cNvPr>
          <p:cNvPicPr>
            <a:picLocks noChangeAspect="1"/>
          </p:cNvPicPr>
          <p:nvPr/>
        </p:nvPicPr>
        <p:blipFill>
          <a:blip r:embed="rId15"/>
          <a:stretch>
            <a:fillRect/>
          </a:stretch>
        </p:blipFill>
        <p:spPr>
          <a:xfrm>
            <a:off x="6293120" y="3302504"/>
            <a:ext cx="5198209" cy="2924066"/>
          </a:xfrm>
          <a:prstGeom prst="rect">
            <a:avLst/>
          </a:prstGeom>
        </p:spPr>
      </p:pic>
      <p:sp>
        <p:nvSpPr>
          <p:cNvPr id="65" name="Shape 48"/>
          <p:cNvSpPr/>
          <p:nvPr/>
        </p:nvSpPr>
        <p:spPr>
          <a:xfrm>
            <a:off x="6919975" y="5302501"/>
            <a:ext cx="329184" cy="329184"/>
          </a:xfrm>
          <a:prstGeom prst="ellipse">
            <a:avLst/>
          </a:prstGeom>
          <a:solidFill>
            <a:schemeClr val="accent1">
              <a:alpha val="20000"/>
            </a:schemeClr>
          </a:solidFill>
          <a:ln/>
        </p:spPr>
      </p:sp>
      <p:sp>
        <p:nvSpPr>
          <p:cNvPr id="66" name="Shape 49"/>
          <p:cNvSpPr/>
          <p:nvPr/>
        </p:nvSpPr>
        <p:spPr>
          <a:xfrm>
            <a:off x="6974839" y="5357365"/>
            <a:ext cx="219456" cy="219456"/>
          </a:xfrm>
          <a:prstGeom prst="ellipse">
            <a:avLst/>
          </a:prstGeom>
          <a:solidFill>
            <a:schemeClr val="accent1"/>
          </a:solidFill>
          <a:ln w="15875">
            <a:solidFill>
              <a:schemeClr val="accent6"/>
            </a:solidFill>
            <a:prstDash val="solid"/>
          </a:ln>
        </p:spPr>
      </p:sp>
      <p:sp>
        <p:nvSpPr>
          <p:cNvPr id="67" name="Text 50"/>
          <p:cNvSpPr txBox="1"/>
          <p:nvPr/>
        </p:nvSpPr>
        <p:spPr>
          <a:xfrm>
            <a:off x="6974839" y="5357365"/>
            <a:ext cx="219456" cy="219456"/>
          </a:xfrm>
          <a:prstGeom prst="rect">
            <a:avLst/>
          </a:prstGeom>
          <a:noFill/>
          <a:ln/>
        </p:spPr>
        <p:txBody>
          <a:bodyPr wrap="square" lIns="0" tIns="0" rIns="0" bIns="0" rtlCol="0" anchor="ctr"/>
          <a:lstStyle/>
          <a:p>
            <a:pPr algn="ctr" indent="0" marL="0">
              <a:buNone/>
            </a:pPr>
            <a:r>
              <a:rPr lang="en-US" sz="950" b="1" dirty="0">
                <a:solidFill>
                  <a:schemeClr val="bg1"/>
                </a:solidFill>
              </a:rPr>
              <a:t>1</a:t>
            </a:r>
            <a:endParaRPr lang="en-US" sz="950" dirty="0"/>
          </a:p>
        </p:txBody>
      </p:sp>
      <p:sp>
        <p:nvSpPr>
          <p:cNvPr id="68" name="Shape 51"/>
          <p:cNvSpPr/>
          <p:nvPr/>
        </p:nvSpPr>
        <p:spPr>
          <a:xfrm>
            <a:off x="7407709" y="5058829"/>
            <a:ext cx="329184" cy="329184"/>
          </a:xfrm>
          <a:prstGeom prst="ellipse">
            <a:avLst/>
          </a:prstGeom>
          <a:solidFill>
            <a:schemeClr val="accent1">
              <a:alpha val="20000"/>
            </a:schemeClr>
          </a:solidFill>
          <a:ln/>
        </p:spPr>
      </p:sp>
      <p:sp>
        <p:nvSpPr>
          <p:cNvPr id="69" name="Shape 52"/>
          <p:cNvSpPr/>
          <p:nvPr/>
        </p:nvSpPr>
        <p:spPr>
          <a:xfrm>
            <a:off x="7462573" y="5113693"/>
            <a:ext cx="219456" cy="219456"/>
          </a:xfrm>
          <a:prstGeom prst="ellipse">
            <a:avLst/>
          </a:prstGeom>
          <a:solidFill>
            <a:schemeClr val="accent1"/>
          </a:solidFill>
          <a:ln w="15875">
            <a:solidFill>
              <a:schemeClr val="accent6"/>
            </a:solidFill>
            <a:prstDash val="solid"/>
          </a:ln>
        </p:spPr>
      </p:sp>
      <p:sp>
        <p:nvSpPr>
          <p:cNvPr id="70" name="Text 53"/>
          <p:cNvSpPr txBox="1"/>
          <p:nvPr/>
        </p:nvSpPr>
        <p:spPr>
          <a:xfrm>
            <a:off x="7462573" y="5113693"/>
            <a:ext cx="219456" cy="219456"/>
          </a:xfrm>
          <a:prstGeom prst="rect">
            <a:avLst/>
          </a:prstGeom>
          <a:noFill/>
          <a:ln/>
        </p:spPr>
        <p:txBody>
          <a:bodyPr wrap="square" lIns="0" tIns="0" rIns="0" bIns="0" rtlCol="0" anchor="ctr"/>
          <a:lstStyle/>
          <a:p>
            <a:pPr algn="ctr" indent="0" marL="0">
              <a:buNone/>
            </a:pPr>
            <a:r>
              <a:rPr lang="en-US" sz="950" b="1" dirty="0">
                <a:solidFill>
                  <a:schemeClr val="bg1"/>
                </a:solidFill>
              </a:rPr>
              <a:t>2</a:t>
            </a:r>
            <a:endParaRPr lang="en-US" sz="950" dirty="0"/>
          </a:p>
        </p:txBody>
      </p:sp>
      <p:sp>
        <p:nvSpPr>
          <p:cNvPr id="71" name="Shape 54"/>
          <p:cNvSpPr/>
          <p:nvPr/>
        </p:nvSpPr>
        <p:spPr>
          <a:xfrm>
            <a:off x="8228397" y="4648290"/>
            <a:ext cx="329184" cy="329184"/>
          </a:xfrm>
          <a:prstGeom prst="ellipse">
            <a:avLst/>
          </a:prstGeom>
          <a:solidFill>
            <a:schemeClr val="accent1">
              <a:alpha val="20000"/>
            </a:schemeClr>
          </a:solidFill>
          <a:ln/>
        </p:spPr>
      </p:sp>
      <p:sp>
        <p:nvSpPr>
          <p:cNvPr id="72" name="Shape 55"/>
          <p:cNvSpPr/>
          <p:nvPr/>
        </p:nvSpPr>
        <p:spPr>
          <a:xfrm>
            <a:off x="8283261" y="4703154"/>
            <a:ext cx="219456" cy="219456"/>
          </a:xfrm>
          <a:prstGeom prst="ellipse">
            <a:avLst/>
          </a:prstGeom>
          <a:solidFill>
            <a:schemeClr val="accent1"/>
          </a:solidFill>
          <a:ln w="15875">
            <a:solidFill>
              <a:schemeClr val="accent6"/>
            </a:solidFill>
            <a:prstDash val="solid"/>
          </a:ln>
        </p:spPr>
      </p:sp>
      <p:sp>
        <p:nvSpPr>
          <p:cNvPr id="73" name="Text 56"/>
          <p:cNvSpPr txBox="1"/>
          <p:nvPr/>
        </p:nvSpPr>
        <p:spPr>
          <a:xfrm>
            <a:off x="8283261" y="4703154"/>
            <a:ext cx="219456" cy="219456"/>
          </a:xfrm>
          <a:prstGeom prst="rect">
            <a:avLst/>
          </a:prstGeom>
          <a:noFill/>
          <a:ln/>
        </p:spPr>
        <p:txBody>
          <a:bodyPr wrap="square" lIns="0" tIns="0" rIns="0" bIns="0" rtlCol="0" anchor="ctr"/>
          <a:lstStyle/>
          <a:p>
            <a:pPr algn="ctr" indent="0" marL="0">
              <a:buNone/>
            </a:pPr>
            <a:r>
              <a:rPr lang="en-US" sz="950" b="1" dirty="0">
                <a:solidFill>
                  <a:schemeClr val="bg1"/>
                </a:solidFill>
              </a:rPr>
              <a:t>3</a:t>
            </a:r>
            <a:endParaRPr lang="en-US" sz="950" dirty="0"/>
          </a:p>
        </p:txBody>
      </p:sp>
      <p:sp>
        <p:nvSpPr>
          <p:cNvPr id="74" name="Shape 57"/>
          <p:cNvSpPr/>
          <p:nvPr/>
        </p:nvSpPr>
        <p:spPr>
          <a:xfrm>
            <a:off x="8917307" y="4876757"/>
            <a:ext cx="329184" cy="329184"/>
          </a:xfrm>
          <a:prstGeom prst="ellipse">
            <a:avLst/>
          </a:prstGeom>
          <a:solidFill>
            <a:schemeClr val="accent1">
              <a:alpha val="20000"/>
            </a:schemeClr>
          </a:solidFill>
          <a:ln/>
        </p:spPr>
      </p:sp>
      <p:sp>
        <p:nvSpPr>
          <p:cNvPr id="75" name="Shape 58"/>
          <p:cNvSpPr/>
          <p:nvPr/>
        </p:nvSpPr>
        <p:spPr>
          <a:xfrm>
            <a:off x="8972171" y="4931621"/>
            <a:ext cx="219456" cy="219456"/>
          </a:xfrm>
          <a:prstGeom prst="ellipse">
            <a:avLst/>
          </a:prstGeom>
          <a:solidFill>
            <a:schemeClr val="accent1"/>
          </a:solidFill>
          <a:ln w="15875">
            <a:solidFill>
              <a:schemeClr val="accent6"/>
            </a:solidFill>
            <a:prstDash val="solid"/>
          </a:ln>
        </p:spPr>
      </p:sp>
      <p:sp>
        <p:nvSpPr>
          <p:cNvPr id="76" name="Text 59"/>
          <p:cNvSpPr txBox="1"/>
          <p:nvPr/>
        </p:nvSpPr>
        <p:spPr>
          <a:xfrm>
            <a:off x="8972171" y="4931621"/>
            <a:ext cx="219456" cy="219456"/>
          </a:xfrm>
          <a:prstGeom prst="rect">
            <a:avLst/>
          </a:prstGeom>
          <a:noFill/>
          <a:ln/>
        </p:spPr>
        <p:txBody>
          <a:bodyPr wrap="square" lIns="0" tIns="0" rIns="0" bIns="0" rtlCol="0" anchor="ctr"/>
          <a:lstStyle/>
          <a:p>
            <a:pPr algn="ctr" indent="0" marL="0">
              <a:buNone/>
            </a:pPr>
            <a:r>
              <a:rPr lang="en-US" sz="950" b="1" dirty="0">
                <a:solidFill>
                  <a:schemeClr val="bg1"/>
                </a:solidFill>
              </a:rPr>
              <a:t>4</a:t>
            </a:r>
            <a:endParaRPr lang="en-US" sz="950" dirty="0"/>
          </a:p>
        </p:txBody>
      </p:sp>
      <p:sp>
        <p:nvSpPr>
          <p:cNvPr id="77" name="Shape 60"/>
          <p:cNvSpPr/>
          <p:nvPr/>
        </p:nvSpPr>
        <p:spPr>
          <a:xfrm>
            <a:off x="9915778" y="5376187"/>
            <a:ext cx="329184" cy="329184"/>
          </a:xfrm>
          <a:prstGeom prst="ellipse">
            <a:avLst/>
          </a:prstGeom>
          <a:solidFill>
            <a:schemeClr val="accent1">
              <a:alpha val="20000"/>
            </a:schemeClr>
          </a:solidFill>
          <a:ln/>
        </p:spPr>
      </p:sp>
      <p:sp>
        <p:nvSpPr>
          <p:cNvPr id="78" name="Shape 61"/>
          <p:cNvSpPr/>
          <p:nvPr/>
        </p:nvSpPr>
        <p:spPr>
          <a:xfrm>
            <a:off x="9970642" y="5431051"/>
            <a:ext cx="219456" cy="219456"/>
          </a:xfrm>
          <a:prstGeom prst="ellipse">
            <a:avLst/>
          </a:prstGeom>
          <a:solidFill>
            <a:schemeClr val="accent1"/>
          </a:solidFill>
          <a:ln w="15875">
            <a:solidFill>
              <a:schemeClr val="accent6"/>
            </a:solidFill>
            <a:prstDash val="solid"/>
          </a:ln>
        </p:spPr>
      </p:sp>
      <p:sp>
        <p:nvSpPr>
          <p:cNvPr id="79" name="Text 62"/>
          <p:cNvSpPr txBox="1"/>
          <p:nvPr/>
        </p:nvSpPr>
        <p:spPr>
          <a:xfrm>
            <a:off x="9970642" y="5431051"/>
            <a:ext cx="219456" cy="219456"/>
          </a:xfrm>
          <a:prstGeom prst="rect">
            <a:avLst/>
          </a:prstGeom>
          <a:noFill/>
          <a:ln/>
        </p:spPr>
        <p:txBody>
          <a:bodyPr wrap="square" lIns="0" tIns="0" rIns="0" bIns="0" rtlCol="0" anchor="ctr"/>
          <a:lstStyle/>
          <a:p>
            <a:pPr algn="ctr" indent="0" marL="0">
              <a:buNone/>
            </a:pPr>
            <a:r>
              <a:rPr lang="en-US" sz="950" b="1" dirty="0">
                <a:solidFill>
                  <a:schemeClr val="bg1"/>
                </a:solidFill>
              </a:rPr>
              <a:t>5</a:t>
            </a:r>
            <a:endParaRPr lang="en-US" sz="950" dirty="0"/>
          </a:p>
        </p:txBody>
      </p:sp>
      <p:sp>
        <p:nvSpPr>
          <p:cNvPr id="80" name="Shape 63"/>
          <p:cNvSpPr/>
          <p:nvPr/>
        </p:nvSpPr>
        <p:spPr>
          <a:xfrm>
            <a:off x="8352767" y="5525120"/>
            <a:ext cx="329184" cy="329184"/>
          </a:xfrm>
          <a:prstGeom prst="ellipse">
            <a:avLst/>
          </a:prstGeom>
          <a:solidFill>
            <a:schemeClr val="accent1">
              <a:alpha val="20000"/>
            </a:schemeClr>
          </a:solidFill>
          <a:ln/>
        </p:spPr>
      </p:sp>
      <p:sp>
        <p:nvSpPr>
          <p:cNvPr id="81" name="Shape 64"/>
          <p:cNvSpPr/>
          <p:nvPr/>
        </p:nvSpPr>
        <p:spPr>
          <a:xfrm>
            <a:off x="8407631" y="5579984"/>
            <a:ext cx="219456" cy="219456"/>
          </a:xfrm>
          <a:prstGeom prst="ellipse">
            <a:avLst/>
          </a:prstGeom>
          <a:solidFill>
            <a:schemeClr val="accent1"/>
          </a:solidFill>
          <a:ln w="15875">
            <a:solidFill>
              <a:schemeClr val="accent6"/>
            </a:solidFill>
            <a:prstDash val="solid"/>
          </a:ln>
        </p:spPr>
      </p:sp>
      <p:sp>
        <p:nvSpPr>
          <p:cNvPr id="82" name="Text 65"/>
          <p:cNvSpPr txBox="1"/>
          <p:nvPr/>
        </p:nvSpPr>
        <p:spPr>
          <a:xfrm>
            <a:off x="8407631" y="5579984"/>
            <a:ext cx="219456" cy="219456"/>
          </a:xfrm>
          <a:prstGeom prst="rect">
            <a:avLst/>
          </a:prstGeom>
          <a:noFill/>
          <a:ln/>
        </p:spPr>
        <p:txBody>
          <a:bodyPr wrap="square" lIns="0" tIns="0" rIns="0" bIns="0" rtlCol="0" anchor="ctr"/>
          <a:lstStyle/>
          <a:p>
            <a:pPr algn="ctr" indent="0" marL="0">
              <a:buNone/>
            </a:pPr>
            <a:r>
              <a:rPr lang="en-US" sz="950" b="1" dirty="0">
                <a:solidFill>
                  <a:schemeClr val="bg1"/>
                </a:solidFill>
              </a:rPr>
              <a:t>6</a:t>
            </a:r>
            <a:endParaRPr lang="en-US" sz="950" dirty="0"/>
          </a:p>
        </p:txBody>
      </p:sp>
      <p:sp>
        <p:nvSpPr>
          <p:cNvPr id="83" name="Text 66"/>
          <p:cNvSpPr txBox="1"/>
          <p:nvPr/>
        </p:nvSpPr>
        <p:spPr>
          <a:xfrm>
            <a:off x="9539935" y="4233672"/>
            <a:ext cx="1920240" cy="201168"/>
          </a:xfrm>
          <a:prstGeom prst="rect">
            <a:avLst/>
          </a:prstGeom>
          <a:noFill/>
          <a:ln/>
        </p:spPr>
        <p:txBody>
          <a:bodyPr wrap="square" lIns="0" tIns="0" rIns="0" bIns="0" rtlCol="0" anchor="ctr"/>
          <a:lstStyle/>
          <a:p>
            <a:pPr algn="r" indent="0" marL="0">
              <a:buNone/>
            </a:pPr>
            <a:r>
              <a:rPr lang="en-US" sz="900" b="1" spc="200" kern="0" dirty="0">
                <a:solidFill>
                  <a:srgbClr val="7FD3EE"/>
                </a:solidFill>
              </a:rPr>
              <a:t>3D OPERATIONAL VIEW</a:t>
            </a:r>
            <a:endParaRPr lang="en-US" sz="900" dirty="0"/>
          </a:p>
        </p:txBody>
      </p:sp>
      <p:sp>
        <p:nvSpPr>
          <p:cNvPr id="25" name="Slide Number Placeholder 0"/>
          <p:cNvSpPr>
            <a:spLocks noGrp="1"/>
          </p:cNvSpPr>
          <p:nvPr>
            <p:ph type="sldNum" sz="quarter" idx="4294967295"/>
          </p:nvPr>
        </p:nvSpPr>
        <p:spPr>
          <a:xfrm>
            <a:off x="329184" y="6382512"/>
            <a:ext cx="329184" cy="256032"/>
          </a:xfrm>
          <a:prstGeom prst="rect">
            <a:avLst/>
          </a:prstGeom>
          <a:extLst>
            <a:ext uri="{C572A759-6A51-4108-AA02-DFA0A04FC94B}">
              <ma14:wrappingTextBoxFlag xmlns:ma14="http://schemas.microsoft.com/office/mac/drawingml/2011/main" val="0"/>
            </a:ext>
          </a:extLst>
        </p:spPr>
        <p:txBody>
          <a:bodyPr lIns="0" tIns="0" rIns="0" bIns="0" anchor="ctr"/>
          <a:lstStyle>
            <a:lvl1pPr>
              <a:defRPr sz="12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2" type="body" hasCustomPrompt="1"/>
          </p:nvPr>
        </p:nvSpPr>
        <p:spPr>
          <a:xfrm>
            <a:off x="429768" y="566928"/>
            <a:ext cx="8686800" cy="292608"/>
          </a:xfrm>
          <a:prstGeom prst="rect">
            <a:avLst/>
          </a:prstGeom>
          <a:noFill/>
          <a:ln/>
        </p:spPr>
        <p:txBody>
          <a:bodyPr wrap="square" lIns="0" tIns="0" rIns="0" bIns="0" rtlCol="0" anchor="ctr"/>
          <a:lstStyle/>
          <a:p>
            <a:pPr algn="l" indent="0" marL="0">
              <a:buNone/>
            </a:pPr>
            <a:r>
              <a:rPr lang="en-US" sz="1400" dirty="0">
                <a:solidFill>
                  <a:schemeClr val="accent4"/>
                </a:solidFill>
              </a:rPr>
              <a:t>FastPass Solution – Curb to Gate</a:t>
            </a:r>
            <a:endParaRPr lang="en-US" sz="1400" dirty="0"/>
          </a:p>
        </p:txBody>
      </p:sp>
      <p:sp>
        <p:nvSpPr>
          <p:cNvPr id="3" name="Text 0"/>
          <p:cNvSpPr/>
          <p:nvPr>
            <p:ph idx="103" type="title" hasCustomPrompt="1"/>
          </p:nvPr>
        </p:nvSpPr>
        <p:spPr>
          <a:xfrm>
            <a:off x="411480" y="868680"/>
            <a:ext cx="9235440" cy="530352"/>
          </a:xfrm>
          <a:prstGeom prst="rect">
            <a:avLst/>
          </a:prstGeom>
          <a:noFill/>
          <a:ln/>
        </p:spPr>
        <p:txBody>
          <a:bodyPr wrap="square" lIns="0" tIns="0" rIns="0" bIns="0" rtlCol="0" anchor="ctr"/>
          <a:lstStyle/>
          <a:p>
            <a:pPr algn="l" indent="0" marL="0">
              <a:buNone/>
            </a:pPr>
            <a:r>
              <a:rPr lang="en-US" sz="3000" b="1" dirty="0">
                <a:solidFill>
                  <a:schemeClr val="tx1"/>
                </a:solidFill>
              </a:rPr>
              <a:t>One identity, from curb to gate</a:t>
            </a:r>
            <a:endParaRPr lang="en-US" sz="3000" dirty="0"/>
          </a:p>
        </p:txBody>
      </p:sp>
      <p:sp>
        <p:nvSpPr>
          <p:cNvPr id="4" name="Shape 2"/>
          <p:cNvSpPr/>
          <p:nvPr/>
        </p:nvSpPr>
        <p:spPr>
          <a:xfrm>
            <a:off x="3986784" y="1572768"/>
            <a:ext cx="7656271" cy="2267712"/>
          </a:xfrm>
          <a:prstGeom prst="roundRect">
            <a:avLst>
              <a:gd name="adj" fmla="val 6452"/>
            </a:avLst>
          </a:prstGeom>
          <a:solidFill>
            <a:schemeClr val="bg1">
              <a:alpha val="70000"/>
            </a:schemeClr>
          </a:solidFill>
          <a:ln w="12700">
            <a:solidFill>
              <a:schemeClr val="bg1"/>
            </a:solidFill>
            <a:prstDash val="solid"/>
          </a:ln>
          <a:effectLst>
            <a:outerShdw sx="100000" sy="100000" kx="0" ky="0" algn="bl" rotWithShape="0" blurRad="177800" dist="38100" dir="5400000">
              <a:srgbClr val="0A1628">
                <a:alpha val="12000"/>
              </a:srgbClr>
            </a:outerShdw>
          </a:effectLst>
        </p:spPr>
      </p:sp>
      <p:pic>
        <p:nvPicPr>
          <p:cNvPr id="5" name="Curb-to-gate journey map" descr="/tmp/claude-0/-home-user-sgqy/b70fb111-7300-56ba-abe4-4b6e17d8c33e/scratchpad/journey/sf_pearl.png">    </p:cNvPr>
          <p:cNvPicPr>
            <a:picLocks noChangeAspect="1"/>
          </p:cNvPicPr>
          <p:nvPr/>
        </p:nvPicPr>
        <p:blipFill>
          <a:blip r:embed="rId1"/>
          <a:stretch>
            <a:fillRect/>
          </a:stretch>
        </p:blipFill>
        <p:spPr>
          <a:xfrm>
            <a:off x="4004615" y="-25603"/>
            <a:ext cx="7315017" cy="4114800"/>
          </a:xfrm>
          <a:prstGeom prst="rect">
            <a:avLst/>
          </a:prstGeom>
        </p:spPr>
      </p:pic>
      <p:sp>
        <p:nvSpPr>
          <p:cNvPr id="6" name="Shape 3"/>
          <p:cNvSpPr/>
          <p:nvPr/>
        </p:nvSpPr>
        <p:spPr>
          <a:xfrm>
            <a:off x="4917186" y="2819278"/>
            <a:ext cx="402336" cy="402336"/>
          </a:xfrm>
          <a:prstGeom prst="ellipse">
            <a:avLst/>
          </a:prstGeom>
          <a:solidFill>
            <a:schemeClr val="accent1">
              <a:alpha val="20000"/>
            </a:schemeClr>
          </a:solidFill>
          <a:ln/>
        </p:spPr>
      </p:sp>
      <p:sp>
        <p:nvSpPr>
          <p:cNvPr id="7" name="Shape 4"/>
          <p:cNvSpPr/>
          <p:nvPr/>
        </p:nvSpPr>
        <p:spPr>
          <a:xfrm>
            <a:off x="4990338" y="2892430"/>
            <a:ext cx="256032" cy="256032"/>
          </a:xfrm>
          <a:prstGeom prst="ellipse">
            <a:avLst/>
          </a:prstGeom>
          <a:solidFill>
            <a:schemeClr val="accent1"/>
          </a:solidFill>
          <a:ln w="15875">
            <a:solidFill>
              <a:schemeClr val="bg1"/>
            </a:solidFill>
            <a:prstDash val="solid"/>
          </a:ln>
        </p:spPr>
      </p:sp>
      <p:sp>
        <p:nvSpPr>
          <p:cNvPr id="8" name="Text 5"/>
          <p:cNvSpPr txBox="1"/>
          <p:nvPr/>
        </p:nvSpPr>
        <p:spPr>
          <a:xfrm>
            <a:off x="4990338" y="2892430"/>
            <a:ext cx="256032" cy="256032"/>
          </a:xfrm>
          <a:prstGeom prst="rect">
            <a:avLst/>
          </a:prstGeom>
          <a:no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9" name="Shape 6"/>
          <p:cNvSpPr/>
          <p:nvPr/>
        </p:nvSpPr>
        <p:spPr>
          <a:xfrm>
            <a:off x="5603535" y="2476378"/>
            <a:ext cx="402336" cy="402336"/>
          </a:xfrm>
          <a:prstGeom prst="ellipse">
            <a:avLst/>
          </a:prstGeom>
          <a:solidFill>
            <a:schemeClr val="accent1">
              <a:alpha val="20000"/>
            </a:schemeClr>
          </a:solidFill>
          <a:ln/>
        </p:spPr>
      </p:sp>
      <p:sp>
        <p:nvSpPr>
          <p:cNvPr id="10" name="Shape 7"/>
          <p:cNvSpPr/>
          <p:nvPr/>
        </p:nvSpPr>
        <p:spPr>
          <a:xfrm>
            <a:off x="5676687" y="2549530"/>
            <a:ext cx="256032" cy="256032"/>
          </a:xfrm>
          <a:prstGeom prst="ellipse">
            <a:avLst/>
          </a:prstGeom>
          <a:solidFill>
            <a:schemeClr val="accent1"/>
          </a:solidFill>
          <a:ln w="15875">
            <a:solidFill>
              <a:schemeClr val="bg1"/>
            </a:solidFill>
            <a:prstDash val="solid"/>
          </a:ln>
        </p:spPr>
      </p:sp>
      <p:sp>
        <p:nvSpPr>
          <p:cNvPr id="11" name="Text 8"/>
          <p:cNvSpPr txBox="1"/>
          <p:nvPr/>
        </p:nvSpPr>
        <p:spPr>
          <a:xfrm>
            <a:off x="5676687" y="2549530"/>
            <a:ext cx="256032" cy="256032"/>
          </a:xfrm>
          <a:prstGeom prst="rect">
            <a:avLst/>
          </a:prstGeom>
          <a:no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12" name="Shape 9"/>
          <p:cNvSpPr/>
          <p:nvPr/>
        </p:nvSpPr>
        <p:spPr>
          <a:xfrm>
            <a:off x="6758422" y="1898660"/>
            <a:ext cx="402336" cy="402336"/>
          </a:xfrm>
          <a:prstGeom prst="ellipse">
            <a:avLst/>
          </a:prstGeom>
          <a:solidFill>
            <a:schemeClr val="accent1">
              <a:alpha val="20000"/>
            </a:schemeClr>
          </a:solidFill>
          <a:ln/>
        </p:spPr>
      </p:sp>
      <p:sp>
        <p:nvSpPr>
          <p:cNvPr id="13" name="Shape 10"/>
          <p:cNvSpPr/>
          <p:nvPr/>
        </p:nvSpPr>
        <p:spPr>
          <a:xfrm>
            <a:off x="6831574" y="1971812"/>
            <a:ext cx="256032" cy="256032"/>
          </a:xfrm>
          <a:prstGeom prst="ellipse">
            <a:avLst/>
          </a:prstGeom>
          <a:solidFill>
            <a:schemeClr val="accent1"/>
          </a:solidFill>
          <a:ln w="15875">
            <a:solidFill>
              <a:schemeClr val="bg1"/>
            </a:solidFill>
            <a:prstDash val="solid"/>
          </a:ln>
        </p:spPr>
      </p:sp>
      <p:sp>
        <p:nvSpPr>
          <p:cNvPr id="14" name="Text 11"/>
          <p:cNvSpPr txBox="1"/>
          <p:nvPr/>
        </p:nvSpPr>
        <p:spPr>
          <a:xfrm>
            <a:off x="6831574" y="1971812"/>
            <a:ext cx="256032" cy="256032"/>
          </a:xfrm>
          <a:prstGeom prst="rect">
            <a:avLst/>
          </a:prstGeom>
          <a:noFill/>
          <a:ln/>
        </p:spPr>
        <p:txBody>
          <a:bodyPr wrap="square" lIns="0" tIns="0" rIns="0" bIns="0" rtlCol="0" anchor="ctr"/>
          <a:lstStyle/>
          <a:p>
            <a:pPr algn="ctr" indent="0" marL="0">
              <a:buNone/>
            </a:pPr>
            <a:r>
              <a:rPr lang="en-US" sz="1100" b="1" dirty="0">
                <a:solidFill>
                  <a:schemeClr val="bg1"/>
                </a:solidFill>
              </a:rPr>
              <a:t>3</a:t>
            </a:r>
            <a:endParaRPr lang="en-US" sz="1100" dirty="0"/>
          </a:p>
        </p:txBody>
      </p:sp>
      <p:sp>
        <p:nvSpPr>
          <p:cNvPr id="15" name="Shape 12"/>
          <p:cNvSpPr/>
          <p:nvPr/>
        </p:nvSpPr>
        <p:spPr>
          <a:xfrm>
            <a:off x="7727869" y="2220163"/>
            <a:ext cx="402336" cy="402336"/>
          </a:xfrm>
          <a:prstGeom prst="ellipse">
            <a:avLst/>
          </a:prstGeom>
          <a:solidFill>
            <a:schemeClr val="accent1">
              <a:alpha val="20000"/>
            </a:schemeClr>
          </a:solidFill>
          <a:ln/>
        </p:spPr>
      </p:sp>
      <p:sp>
        <p:nvSpPr>
          <p:cNvPr id="16" name="Shape 13"/>
          <p:cNvSpPr/>
          <p:nvPr/>
        </p:nvSpPr>
        <p:spPr>
          <a:xfrm>
            <a:off x="7801021" y="2293315"/>
            <a:ext cx="256032" cy="256032"/>
          </a:xfrm>
          <a:prstGeom prst="ellipse">
            <a:avLst/>
          </a:prstGeom>
          <a:solidFill>
            <a:schemeClr val="accent1"/>
          </a:solidFill>
          <a:ln w="15875">
            <a:solidFill>
              <a:schemeClr val="bg1"/>
            </a:solidFill>
            <a:prstDash val="solid"/>
          </a:ln>
        </p:spPr>
      </p:sp>
      <p:sp>
        <p:nvSpPr>
          <p:cNvPr id="17" name="Text 14"/>
          <p:cNvSpPr txBox="1"/>
          <p:nvPr/>
        </p:nvSpPr>
        <p:spPr>
          <a:xfrm>
            <a:off x="7801021" y="2293315"/>
            <a:ext cx="256032" cy="256032"/>
          </a:xfrm>
          <a:prstGeom prst="rect">
            <a:avLst/>
          </a:prstGeom>
          <a:noFill/>
          <a:ln/>
        </p:spPr>
        <p:txBody>
          <a:bodyPr wrap="square" lIns="0" tIns="0" rIns="0" bIns="0" rtlCol="0" anchor="ctr"/>
          <a:lstStyle/>
          <a:p>
            <a:pPr algn="ctr" indent="0" marL="0">
              <a:buNone/>
            </a:pPr>
            <a:r>
              <a:rPr lang="en-US" sz="1100" b="1" dirty="0">
                <a:solidFill>
                  <a:schemeClr val="bg1"/>
                </a:solidFill>
              </a:rPr>
              <a:t>4</a:t>
            </a:r>
            <a:endParaRPr lang="en-US" sz="1100" dirty="0"/>
          </a:p>
        </p:txBody>
      </p:sp>
      <p:sp>
        <p:nvSpPr>
          <p:cNvPr id="18" name="Shape 15"/>
          <p:cNvSpPr/>
          <p:nvPr/>
        </p:nvSpPr>
        <p:spPr>
          <a:xfrm>
            <a:off x="9132936" y="2922971"/>
            <a:ext cx="402336" cy="402336"/>
          </a:xfrm>
          <a:prstGeom prst="ellipse">
            <a:avLst/>
          </a:prstGeom>
          <a:solidFill>
            <a:schemeClr val="accent1">
              <a:alpha val="20000"/>
            </a:schemeClr>
          </a:solidFill>
          <a:ln/>
        </p:spPr>
      </p:sp>
      <p:sp>
        <p:nvSpPr>
          <p:cNvPr id="19" name="Shape 16"/>
          <p:cNvSpPr/>
          <p:nvPr/>
        </p:nvSpPr>
        <p:spPr>
          <a:xfrm>
            <a:off x="9206088" y="2996123"/>
            <a:ext cx="256032" cy="256032"/>
          </a:xfrm>
          <a:prstGeom prst="ellipse">
            <a:avLst/>
          </a:prstGeom>
          <a:solidFill>
            <a:schemeClr val="accent1"/>
          </a:solidFill>
          <a:ln w="15875">
            <a:solidFill>
              <a:schemeClr val="bg1"/>
            </a:solidFill>
            <a:prstDash val="solid"/>
          </a:ln>
        </p:spPr>
      </p:sp>
      <p:sp>
        <p:nvSpPr>
          <p:cNvPr id="20" name="Text 17"/>
          <p:cNvSpPr txBox="1"/>
          <p:nvPr/>
        </p:nvSpPr>
        <p:spPr>
          <a:xfrm>
            <a:off x="9206088" y="2996123"/>
            <a:ext cx="256032" cy="256032"/>
          </a:xfrm>
          <a:prstGeom prst="rect">
            <a:avLst/>
          </a:prstGeom>
          <a:noFill/>
          <a:ln/>
        </p:spPr>
        <p:txBody>
          <a:bodyPr wrap="square" lIns="0" tIns="0" rIns="0" bIns="0" rtlCol="0" anchor="ctr"/>
          <a:lstStyle/>
          <a:p>
            <a:pPr algn="ctr" indent="0" marL="0">
              <a:buNone/>
            </a:pPr>
            <a:r>
              <a:rPr lang="en-US" sz="1100" b="1" dirty="0">
                <a:solidFill>
                  <a:schemeClr val="bg1"/>
                </a:solidFill>
              </a:rPr>
              <a:t>5</a:t>
            </a:r>
            <a:endParaRPr lang="en-US" sz="1100" dirty="0"/>
          </a:p>
        </p:txBody>
      </p:sp>
      <p:sp>
        <p:nvSpPr>
          <p:cNvPr id="21" name="Shape 18"/>
          <p:cNvSpPr/>
          <p:nvPr/>
        </p:nvSpPr>
        <p:spPr>
          <a:xfrm>
            <a:off x="6933438" y="3132552"/>
            <a:ext cx="402336" cy="402336"/>
          </a:xfrm>
          <a:prstGeom prst="ellipse">
            <a:avLst/>
          </a:prstGeom>
          <a:solidFill>
            <a:schemeClr val="accent1">
              <a:alpha val="20000"/>
            </a:schemeClr>
          </a:solidFill>
          <a:ln/>
        </p:spPr>
      </p:sp>
      <p:sp>
        <p:nvSpPr>
          <p:cNvPr id="22" name="Shape 19"/>
          <p:cNvSpPr/>
          <p:nvPr/>
        </p:nvSpPr>
        <p:spPr>
          <a:xfrm>
            <a:off x="7006590" y="3205704"/>
            <a:ext cx="256032" cy="256032"/>
          </a:xfrm>
          <a:prstGeom prst="ellipse">
            <a:avLst/>
          </a:prstGeom>
          <a:solidFill>
            <a:schemeClr val="accent1"/>
          </a:solidFill>
          <a:ln w="15875">
            <a:solidFill>
              <a:schemeClr val="bg1"/>
            </a:solidFill>
            <a:prstDash val="solid"/>
          </a:ln>
        </p:spPr>
      </p:sp>
      <p:sp>
        <p:nvSpPr>
          <p:cNvPr id="23" name="Text 20"/>
          <p:cNvSpPr txBox="1"/>
          <p:nvPr/>
        </p:nvSpPr>
        <p:spPr>
          <a:xfrm>
            <a:off x="7006590" y="3205704"/>
            <a:ext cx="256032" cy="256032"/>
          </a:xfrm>
          <a:prstGeom prst="rect">
            <a:avLst/>
          </a:prstGeom>
          <a:noFill/>
          <a:ln/>
        </p:spPr>
        <p:txBody>
          <a:bodyPr wrap="square" lIns="0" tIns="0" rIns="0" bIns="0" rtlCol="0" anchor="ctr"/>
          <a:lstStyle/>
          <a:p>
            <a:pPr algn="ctr" indent="0" marL="0">
              <a:buNone/>
            </a:pPr>
            <a:r>
              <a:rPr lang="en-US" sz="1100" b="1" dirty="0">
                <a:solidFill>
                  <a:schemeClr val="bg1"/>
                </a:solidFill>
              </a:rPr>
              <a:t>6</a:t>
            </a:r>
            <a:endParaRPr lang="en-US" sz="1100" dirty="0"/>
          </a:p>
        </p:txBody>
      </p:sp>
      <p:sp>
        <p:nvSpPr>
          <p:cNvPr id="24" name="Shape 21"/>
          <p:cNvSpPr/>
          <p:nvPr/>
        </p:nvSpPr>
        <p:spPr>
          <a:xfrm>
            <a:off x="8716975" y="1801368"/>
            <a:ext cx="274320" cy="0"/>
          </a:xfrm>
          <a:prstGeom prst="line">
            <a:avLst/>
          </a:prstGeom>
          <a:noFill/>
          <a:ln w="25400">
            <a:solidFill>
              <a:schemeClr val="accent1"/>
            </a:solidFill>
            <a:prstDash val="solid"/>
          </a:ln>
        </p:spPr>
      </p:sp>
      <p:sp>
        <p:nvSpPr>
          <p:cNvPr id="25" name="Text 22"/>
          <p:cNvSpPr txBox="1"/>
          <p:nvPr/>
        </p:nvSpPr>
        <p:spPr>
          <a:xfrm>
            <a:off x="9064447" y="1719072"/>
            <a:ext cx="1005840" cy="164592"/>
          </a:xfrm>
          <a:prstGeom prst="rect">
            <a:avLst/>
          </a:prstGeom>
          <a:noFill/>
          <a:ln/>
        </p:spPr>
        <p:txBody>
          <a:bodyPr wrap="square" lIns="0" tIns="0" rIns="0" bIns="0" rtlCol="0" anchor="ctr"/>
          <a:lstStyle/>
          <a:p>
            <a:pPr indent="0" marL="0">
              <a:buNone/>
            </a:pPr>
            <a:r>
              <a:rPr lang="en-US" sz="900" dirty="0">
                <a:solidFill>
                  <a:srgbClr val="4A5870"/>
                </a:solidFill>
              </a:rPr>
              <a:t>Traveller path</a:t>
            </a:r>
            <a:endParaRPr lang="en-US" sz="900" dirty="0"/>
          </a:p>
        </p:txBody>
      </p:sp>
      <p:sp>
        <p:nvSpPr>
          <p:cNvPr id="26" name="Shape 23"/>
          <p:cNvSpPr/>
          <p:nvPr/>
        </p:nvSpPr>
        <p:spPr>
          <a:xfrm>
            <a:off x="10042855" y="1801368"/>
            <a:ext cx="274320" cy="0"/>
          </a:xfrm>
          <a:prstGeom prst="line">
            <a:avLst/>
          </a:prstGeom>
          <a:noFill/>
          <a:ln w="19050">
            <a:solidFill>
              <a:schemeClr val="accent1"/>
            </a:solidFill>
            <a:prstDash val="dash"/>
          </a:ln>
        </p:spPr>
      </p:sp>
      <p:sp>
        <p:nvSpPr>
          <p:cNvPr id="27" name="Text 24"/>
          <p:cNvSpPr txBox="1"/>
          <p:nvPr/>
        </p:nvSpPr>
        <p:spPr>
          <a:xfrm>
            <a:off x="10390327" y="1719072"/>
            <a:ext cx="1097280" cy="164592"/>
          </a:xfrm>
          <a:prstGeom prst="rect">
            <a:avLst/>
          </a:prstGeom>
          <a:noFill/>
          <a:ln/>
        </p:spPr>
        <p:txBody>
          <a:bodyPr wrap="square" lIns="0" tIns="0" rIns="0" bIns="0" rtlCol="0" anchor="ctr"/>
          <a:lstStyle/>
          <a:p>
            <a:pPr indent="0" marL="0">
              <a:buNone/>
            </a:pPr>
            <a:r>
              <a:rPr lang="en-US" sz="900" dirty="0">
                <a:solidFill>
                  <a:srgbClr val="4A5870"/>
                </a:solidFill>
              </a:rPr>
              <a:t>ISMP oversight</a:t>
            </a:r>
            <a:endParaRPr lang="en-US" sz="900" dirty="0"/>
          </a:p>
        </p:txBody>
      </p:sp>
      <p:sp>
        <p:nvSpPr>
          <p:cNvPr id="28" name="Shape 25"/>
          <p:cNvSpPr/>
          <p:nvPr/>
        </p:nvSpPr>
        <p:spPr>
          <a:xfrm>
            <a:off x="548640" y="1572768"/>
            <a:ext cx="3291840" cy="2267712"/>
          </a:xfrm>
          <a:prstGeom prst="roundRect">
            <a:avLst>
              <a:gd name="adj" fmla="val 6452"/>
            </a:avLst>
          </a:prstGeom>
          <a:solidFill>
            <a:schemeClr val="bg1"/>
          </a:solidFill>
          <a:ln/>
          <a:effectLst>
            <a:outerShdw sx="100000" sy="100000" kx="0" ky="0" algn="bl" rotWithShape="0" blurRad="177800" dist="38100" dir="5400000">
              <a:srgbClr val="0A1628">
                <a:alpha val="12000"/>
              </a:srgbClr>
            </a:outerShdw>
          </a:effectLst>
        </p:spPr>
      </p:sp>
      <p:pic>
        <p:nvPicPr>
          <p:cNvPr id="29" name="c1" descr="/tmp/claude-0/-home-user-sgqy/b70fb111-7300-56ba-abe4-4b6e17d8c33e/scratchpad/assets/v7/c1.png">    </p:cNvPr>
          <p:cNvPicPr>
            <a:picLocks noChangeAspect="1"/>
          </p:cNvPicPr>
          <p:nvPr/>
        </p:nvPicPr>
        <p:blipFill>
          <a:blip r:embed="rId2"/>
          <a:stretch>
            <a:fillRect/>
          </a:stretch>
        </p:blipFill>
        <p:spPr>
          <a:xfrm>
            <a:off x="548640" y="1572768"/>
            <a:ext cx="3291840" cy="2267712"/>
          </a:xfrm>
          <a:prstGeom prst="rect">
            <a:avLst/>
          </a:prstGeom>
        </p:spPr>
      </p:pic>
      <p:sp>
        <p:nvSpPr>
          <p:cNvPr id="30" name="Shape 26"/>
          <p:cNvSpPr/>
          <p:nvPr/>
        </p:nvSpPr>
        <p:spPr>
          <a:xfrm>
            <a:off x="548640" y="3986784"/>
            <a:ext cx="3291840" cy="2286000"/>
          </a:xfrm>
          <a:prstGeom prst="roundRect">
            <a:avLst>
              <a:gd name="adj" fmla="val 6400"/>
            </a:avLst>
          </a:prstGeom>
          <a:solidFill>
            <a:schemeClr val="bg1"/>
          </a:solidFill>
          <a:ln/>
          <a:effectLst>
            <a:outerShdw sx="100000" sy="100000" kx="0" ky="0" algn="bl" rotWithShape="0" blurRad="177800" dist="38100" dir="5400000">
              <a:srgbClr val="0A1628">
                <a:alpha val="12000"/>
              </a:srgbClr>
            </a:outerShdw>
          </a:effectLst>
        </p:spPr>
      </p:sp>
      <p:pic>
        <p:nvPicPr>
          <p:cNvPr id="31" name="c23" descr="/tmp/claude-0/-home-user-sgqy/b70fb111-7300-56ba-abe4-4b6e17d8c33e/scratchpad/assets/v7/c23.png">    </p:cNvPr>
          <p:cNvPicPr>
            <a:picLocks noChangeAspect="1"/>
          </p:cNvPicPr>
          <p:nvPr/>
        </p:nvPicPr>
        <p:blipFill>
          <a:blip r:embed="rId3"/>
          <a:stretch>
            <a:fillRect/>
          </a:stretch>
        </p:blipFill>
        <p:spPr>
          <a:xfrm>
            <a:off x="548640" y="3986784"/>
            <a:ext cx="3291840" cy="2286000"/>
          </a:xfrm>
          <a:prstGeom prst="rect">
            <a:avLst/>
          </a:prstGeom>
        </p:spPr>
      </p:pic>
      <p:sp>
        <p:nvSpPr>
          <p:cNvPr id="32" name="Shape 27"/>
          <p:cNvSpPr/>
          <p:nvPr/>
        </p:nvSpPr>
        <p:spPr>
          <a:xfrm>
            <a:off x="3986784" y="3986784"/>
            <a:ext cx="2103120" cy="2286000"/>
          </a:xfrm>
          <a:prstGeom prst="roundRect">
            <a:avLst>
              <a:gd name="adj" fmla="val 6957"/>
            </a:avLst>
          </a:prstGeom>
          <a:solidFill>
            <a:schemeClr val="bg1"/>
          </a:solidFill>
          <a:ln/>
          <a:effectLst>
            <a:outerShdw sx="100000" sy="100000" kx="0" ky="0" algn="bl" rotWithShape="0" blurRad="177800" dist="38100" dir="5400000">
              <a:srgbClr val="0A1628">
                <a:alpha val="12000"/>
              </a:srgbClr>
            </a:outerShdw>
          </a:effectLst>
        </p:spPr>
      </p:sp>
      <p:pic>
        <p:nvPicPr>
          <p:cNvPr id="33" name="c4" descr="/tmp/claude-0/-home-user-sgqy/b70fb111-7300-56ba-abe4-4b6e17d8c33e/scratchpad/assets/v7/c4.png">    </p:cNvPr>
          <p:cNvPicPr>
            <a:picLocks noChangeAspect="1"/>
          </p:cNvPicPr>
          <p:nvPr/>
        </p:nvPicPr>
        <p:blipFill>
          <a:blip r:embed="rId4"/>
          <a:stretch>
            <a:fillRect/>
          </a:stretch>
        </p:blipFill>
        <p:spPr>
          <a:xfrm>
            <a:off x="3986784" y="3986784"/>
            <a:ext cx="2103120" cy="2286000"/>
          </a:xfrm>
          <a:prstGeom prst="rect">
            <a:avLst/>
          </a:prstGeom>
        </p:spPr>
      </p:pic>
      <p:sp>
        <p:nvSpPr>
          <p:cNvPr id="34" name="Shape 28"/>
          <p:cNvSpPr/>
          <p:nvPr/>
        </p:nvSpPr>
        <p:spPr>
          <a:xfrm>
            <a:off x="6236208" y="3986784"/>
            <a:ext cx="2103120" cy="2286000"/>
          </a:xfrm>
          <a:prstGeom prst="roundRect">
            <a:avLst>
              <a:gd name="adj" fmla="val 6957"/>
            </a:avLst>
          </a:prstGeom>
          <a:solidFill>
            <a:schemeClr val="bg1"/>
          </a:solidFill>
          <a:ln/>
          <a:effectLst>
            <a:outerShdw sx="100000" sy="100000" kx="0" ky="0" algn="bl" rotWithShape="0" blurRad="177800" dist="38100" dir="5400000">
              <a:srgbClr val="0A1628">
                <a:alpha val="12000"/>
              </a:srgbClr>
            </a:outerShdw>
          </a:effectLst>
        </p:spPr>
      </p:sp>
      <p:pic>
        <p:nvPicPr>
          <p:cNvPr id="35" name="c5" descr="/tmp/claude-0/-home-user-sgqy/b70fb111-7300-56ba-abe4-4b6e17d8c33e/scratchpad/assets/v7/c5.png">    </p:cNvPr>
          <p:cNvPicPr>
            <a:picLocks noChangeAspect="1"/>
          </p:cNvPicPr>
          <p:nvPr/>
        </p:nvPicPr>
        <p:blipFill>
          <a:blip r:embed="rId5"/>
          <a:stretch>
            <a:fillRect/>
          </a:stretch>
        </p:blipFill>
        <p:spPr>
          <a:xfrm>
            <a:off x="6236208" y="3986784"/>
            <a:ext cx="2103120" cy="2286000"/>
          </a:xfrm>
          <a:prstGeom prst="rect">
            <a:avLst/>
          </a:prstGeom>
        </p:spPr>
      </p:pic>
      <p:sp>
        <p:nvSpPr>
          <p:cNvPr id="36" name="Shape 29"/>
          <p:cNvSpPr/>
          <p:nvPr/>
        </p:nvSpPr>
        <p:spPr>
          <a:xfrm>
            <a:off x="8485632" y="3986784"/>
            <a:ext cx="3157423" cy="2286000"/>
          </a:xfrm>
          <a:prstGeom prst="roundRect">
            <a:avLst>
              <a:gd name="adj" fmla="val 6400"/>
            </a:avLst>
          </a:prstGeom>
          <a:solidFill>
            <a:schemeClr val="bg1"/>
          </a:solidFill>
          <a:ln/>
          <a:effectLst>
            <a:outerShdw sx="100000" sy="100000" kx="0" ky="0" algn="bl" rotWithShape="0" blurRad="177800" dist="38100" dir="5400000">
              <a:srgbClr val="0A1628">
                <a:alpha val="12000"/>
              </a:srgbClr>
            </a:outerShdw>
          </a:effectLst>
        </p:spPr>
      </p:sp>
      <p:pic>
        <p:nvPicPr>
          <p:cNvPr id="37" name="AGIL Secure ISMP" descr="/tmp/claude-0/-home-user-sgqy/b70fb111-7300-56ba-abe4-4b6e17d8c33e/scratchpad/assets/v7/c6.png">    </p:cNvPr>
          <p:cNvPicPr>
            <a:picLocks noChangeAspect="1"/>
          </p:cNvPicPr>
          <p:nvPr/>
        </p:nvPicPr>
        <p:blipFill>
          <a:blip r:embed="rId6"/>
          <a:stretch>
            <a:fillRect/>
          </a:stretch>
        </p:blipFill>
        <p:spPr>
          <a:xfrm>
            <a:off x="8485632" y="3986784"/>
            <a:ext cx="3157423" cy="2286000"/>
          </a:xfrm>
          <a:prstGeom prst="rect">
            <a:avLst/>
          </a:prstGeom>
        </p:spPr>
      </p:pic>
      <p:sp>
        <p:nvSpPr>
          <p:cNvPr id="38" name="Shape 30"/>
          <p:cNvSpPr/>
          <p:nvPr/>
        </p:nvSpPr>
        <p:spPr>
          <a:xfrm>
            <a:off x="658368" y="1682496"/>
            <a:ext cx="2062337" cy="585216"/>
          </a:xfrm>
          <a:prstGeom prst="roundRect">
            <a:avLst>
              <a:gd name="adj" fmla="val 15625"/>
            </a:avLst>
          </a:prstGeom>
          <a:solidFill>
            <a:schemeClr val="bg1">
              <a:alpha val="94000"/>
            </a:schemeClr>
          </a:solidFill>
          <a:ln/>
          <a:effectLst>
            <a:outerShdw sx="100000" sy="100000" kx="0" ky="0" algn="bl" rotWithShape="0" blurRad="177800" dist="38100" dir="5400000">
              <a:srgbClr val="0A1628">
                <a:alpha val="12000"/>
              </a:srgbClr>
            </a:outerShdw>
          </a:effectLst>
        </p:spPr>
      </p:sp>
      <p:sp>
        <p:nvSpPr>
          <p:cNvPr id="39" name="Shape 31"/>
          <p:cNvSpPr/>
          <p:nvPr/>
        </p:nvSpPr>
        <p:spPr>
          <a:xfrm>
            <a:off x="768096" y="1755648"/>
            <a:ext cx="237744" cy="237744"/>
          </a:xfrm>
          <a:prstGeom prst="ellipse">
            <a:avLst/>
          </a:prstGeom>
          <a:solidFill>
            <a:schemeClr val="accent1"/>
          </a:solidFill>
          <a:ln/>
        </p:spPr>
      </p:sp>
      <p:sp>
        <p:nvSpPr>
          <p:cNvPr id="40" name="Text 32"/>
          <p:cNvSpPr txBox="1"/>
          <p:nvPr/>
        </p:nvSpPr>
        <p:spPr>
          <a:xfrm>
            <a:off x="768096" y="1755648"/>
            <a:ext cx="237744" cy="237744"/>
          </a:xfrm>
          <a:prstGeom prst="rect">
            <a:avLst/>
          </a:prstGeom>
          <a:no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41" name="Text 33"/>
          <p:cNvSpPr txBox="1"/>
          <p:nvPr/>
        </p:nvSpPr>
        <p:spPr>
          <a:xfrm>
            <a:off x="1097280" y="1728216"/>
            <a:ext cx="1623425" cy="292608"/>
          </a:xfrm>
          <a:prstGeom prst="rect">
            <a:avLst/>
          </a:prstGeom>
          <a:noFill/>
          <a:ln/>
        </p:spPr>
        <p:txBody>
          <a:bodyPr wrap="square" lIns="0" tIns="0" rIns="0" bIns="0" rtlCol="0" anchor="ctr"/>
          <a:lstStyle/>
          <a:p>
            <a:pPr indent="0" marL="0">
              <a:buNone/>
            </a:pPr>
            <a:r>
              <a:rPr lang="en-US" sz="1300" b="1" dirty="0">
                <a:solidFill>
                  <a:schemeClr val="tx1"/>
                </a:solidFill>
              </a:rPr>
              <a:t>Enrol before travel</a:t>
            </a:r>
            <a:endParaRPr lang="en-US" sz="1300" dirty="0"/>
          </a:p>
        </p:txBody>
      </p:sp>
      <p:pic>
        <p:nvPicPr>
          <p:cNvPr id="42" name="Image 6" descr="preencoded.png">    </p:cNvPr>
          <p:cNvPicPr>
            <a:picLocks noChangeAspect="1"/>
          </p:cNvPicPr>
          <p:nvPr/>
        </p:nvPicPr>
        <p:blipFill>
          <a:blip r:embed="rId7"/>
          <a:stretch>
            <a:fillRect/>
          </a:stretch>
        </p:blipFill>
        <p:spPr>
          <a:xfrm>
            <a:off x="804672" y="2029968"/>
            <a:ext cx="173736" cy="173736"/>
          </a:xfrm>
          <a:prstGeom prst="rect">
            <a:avLst/>
          </a:prstGeom>
        </p:spPr>
      </p:pic>
      <p:sp>
        <p:nvSpPr>
          <p:cNvPr id="43" name="Text 34"/>
          <p:cNvSpPr txBox="1"/>
          <p:nvPr/>
        </p:nvSpPr>
        <p:spPr>
          <a:xfrm>
            <a:off x="1097280" y="1993392"/>
            <a:ext cx="1623425" cy="237744"/>
          </a:xfrm>
          <a:prstGeom prst="rect">
            <a:avLst/>
          </a:prstGeom>
          <a:noFill/>
          <a:ln/>
        </p:spPr>
        <p:txBody>
          <a:bodyPr wrap="square" lIns="0" tIns="0" rIns="0" bIns="0" rtlCol="0" anchor="ctr"/>
          <a:lstStyle/>
          <a:p>
            <a:pPr indent="0" marL="0">
              <a:buNone/>
            </a:pPr>
            <a:r>
              <a:rPr lang="en-US" sz="1100" b="1" dirty="0">
                <a:solidFill>
                  <a:schemeClr val="accent1"/>
                </a:solidFill>
              </a:rPr>
              <a:t>FastPass Mobile App</a:t>
            </a:r>
            <a:endParaRPr lang="en-US" sz="1100" dirty="0"/>
          </a:p>
        </p:txBody>
      </p:sp>
      <p:sp>
        <p:nvSpPr>
          <p:cNvPr id="44" name="Shape 35"/>
          <p:cNvSpPr/>
          <p:nvPr/>
        </p:nvSpPr>
        <p:spPr>
          <a:xfrm>
            <a:off x="658368" y="4096512"/>
            <a:ext cx="2876903" cy="621792"/>
          </a:xfrm>
          <a:prstGeom prst="roundRect">
            <a:avLst>
              <a:gd name="adj" fmla="val 14706"/>
            </a:avLst>
          </a:prstGeom>
          <a:solidFill>
            <a:schemeClr val="bg1">
              <a:alpha val="94000"/>
            </a:schemeClr>
          </a:solidFill>
          <a:ln/>
          <a:effectLst>
            <a:outerShdw sx="100000" sy="100000" kx="0" ky="0" algn="bl" rotWithShape="0" blurRad="177800" dist="38100" dir="5400000">
              <a:srgbClr val="0A1628">
                <a:alpha val="12000"/>
              </a:srgbClr>
            </a:outerShdw>
          </a:effectLst>
        </p:spPr>
      </p:sp>
      <p:sp>
        <p:nvSpPr>
          <p:cNvPr id="45" name="Shape 36"/>
          <p:cNvSpPr/>
          <p:nvPr/>
        </p:nvSpPr>
        <p:spPr>
          <a:xfrm>
            <a:off x="768096" y="4169664"/>
            <a:ext cx="219456" cy="219456"/>
          </a:xfrm>
          <a:prstGeom prst="ellipse">
            <a:avLst/>
          </a:prstGeom>
          <a:solidFill>
            <a:schemeClr val="accent1"/>
          </a:solidFill>
          <a:ln/>
        </p:spPr>
      </p:sp>
      <p:sp>
        <p:nvSpPr>
          <p:cNvPr id="46" name="Text 37"/>
          <p:cNvSpPr txBox="1"/>
          <p:nvPr/>
        </p:nvSpPr>
        <p:spPr>
          <a:xfrm>
            <a:off x="768096" y="4169664"/>
            <a:ext cx="219456" cy="219456"/>
          </a:xfrm>
          <a:prstGeom prst="rect">
            <a:avLst/>
          </a:prstGeom>
          <a:noFill/>
          <a:ln/>
        </p:spPr>
        <p:txBody>
          <a:bodyPr wrap="square" lIns="0" tIns="0" rIns="0" bIns="0" rtlCol="0" anchor="ctr"/>
          <a:lstStyle/>
          <a:p>
            <a:pPr algn="ctr" indent="0" marL="0">
              <a:buNone/>
            </a:pPr>
            <a:r>
              <a:rPr lang="en-US" sz="1000" b="1" dirty="0">
                <a:solidFill>
                  <a:schemeClr val="bg1"/>
                </a:solidFill>
              </a:rPr>
              <a:t>2</a:t>
            </a:r>
            <a:endParaRPr lang="en-US" sz="1000" dirty="0"/>
          </a:p>
        </p:txBody>
      </p:sp>
      <p:sp>
        <p:nvSpPr>
          <p:cNvPr id="47" name="Text 38"/>
          <p:cNvSpPr txBox="1"/>
          <p:nvPr/>
        </p:nvSpPr>
        <p:spPr>
          <a:xfrm>
            <a:off x="1097280" y="4151376"/>
            <a:ext cx="2437991" cy="256032"/>
          </a:xfrm>
          <a:prstGeom prst="rect">
            <a:avLst/>
          </a:prstGeom>
          <a:noFill/>
          <a:ln/>
        </p:spPr>
        <p:txBody>
          <a:bodyPr wrap="square" lIns="0" tIns="0" rIns="0" bIns="0" rtlCol="0" anchor="ctr"/>
          <a:lstStyle/>
          <a:p>
            <a:pPr indent="0" marL="0">
              <a:buNone/>
            </a:pPr>
            <a:r>
              <a:rPr lang="en-US" sz="1300" b="1" dirty="0">
                <a:solidFill>
                  <a:schemeClr val="tx1"/>
                </a:solidFill>
              </a:rPr>
              <a:t>Approach</a:t>
            </a:r>
            <a:pPr indent="0" marL="0">
              <a:buNone/>
            </a:pPr>
            <a:r>
              <a:rPr lang="en-US" sz="1100" b="1" dirty="0">
                <a:solidFill>
                  <a:schemeClr val="accent1"/>
                </a:solidFill>
              </a:rPr>
              <a:t>  BLE pairing</a:t>
            </a:r>
            <a:endParaRPr lang="en-US" sz="1400" dirty="0"/>
          </a:p>
        </p:txBody>
      </p:sp>
      <p:sp>
        <p:nvSpPr>
          <p:cNvPr id="48" name="Shape 39"/>
          <p:cNvSpPr/>
          <p:nvPr/>
        </p:nvSpPr>
        <p:spPr>
          <a:xfrm>
            <a:off x="768096" y="4434840"/>
            <a:ext cx="219456" cy="219456"/>
          </a:xfrm>
          <a:prstGeom prst="ellipse">
            <a:avLst/>
          </a:prstGeom>
          <a:solidFill>
            <a:schemeClr val="accent1"/>
          </a:solidFill>
          <a:ln/>
        </p:spPr>
      </p:sp>
      <p:sp>
        <p:nvSpPr>
          <p:cNvPr id="49" name="Text 40"/>
          <p:cNvSpPr txBox="1"/>
          <p:nvPr/>
        </p:nvSpPr>
        <p:spPr>
          <a:xfrm>
            <a:off x="768096" y="4434840"/>
            <a:ext cx="219456" cy="219456"/>
          </a:xfrm>
          <a:prstGeom prst="rect">
            <a:avLst/>
          </a:prstGeom>
          <a:noFill/>
          <a:ln/>
        </p:spPr>
        <p:txBody>
          <a:bodyPr wrap="square" lIns="0" tIns="0" rIns="0" bIns="0" rtlCol="0" anchor="ctr"/>
          <a:lstStyle/>
          <a:p>
            <a:pPr algn="ctr" indent="0" marL="0">
              <a:buNone/>
            </a:pPr>
            <a:r>
              <a:rPr lang="en-US" sz="1000" b="1" dirty="0">
                <a:solidFill>
                  <a:schemeClr val="bg1"/>
                </a:solidFill>
              </a:rPr>
              <a:t>3</a:t>
            </a:r>
            <a:endParaRPr lang="en-US" sz="1000" dirty="0"/>
          </a:p>
        </p:txBody>
      </p:sp>
      <p:sp>
        <p:nvSpPr>
          <p:cNvPr id="50" name="Text 41"/>
          <p:cNvSpPr txBox="1"/>
          <p:nvPr/>
        </p:nvSpPr>
        <p:spPr>
          <a:xfrm>
            <a:off x="1097280" y="4416552"/>
            <a:ext cx="2437991" cy="256032"/>
          </a:xfrm>
          <a:prstGeom prst="rect">
            <a:avLst/>
          </a:prstGeom>
          <a:noFill/>
          <a:ln/>
        </p:spPr>
        <p:txBody>
          <a:bodyPr wrap="square" lIns="0" tIns="0" rIns="0" bIns="0" rtlCol="0" anchor="ctr"/>
          <a:lstStyle/>
          <a:p>
            <a:pPr indent="0" marL="0">
              <a:buNone/>
            </a:pPr>
            <a:r>
              <a:rPr lang="en-US" sz="1300" b="1" dirty="0">
                <a:solidFill>
                  <a:schemeClr val="tx1"/>
                </a:solidFill>
              </a:rPr>
              <a:t>Walk through</a:t>
            </a:r>
            <a:pPr indent="0" marL="0">
              <a:buNone/>
            </a:pPr>
            <a:r>
              <a:rPr lang="en-US" sz="1100" b="1" dirty="0">
                <a:solidFill>
                  <a:schemeClr val="accent1"/>
                </a:solidFill>
              </a:rPr>
              <a:t>  Biometric E-Gate</a:t>
            </a:r>
            <a:endParaRPr lang="en-US" sz="1400" dirty="0"/>
          </a:p>
        </p:txBody>
      </p:sp>
      <p:sp>
        <p:nvSpPr>
          <p:cNvPr id="51" name="Shape 42"/>
          <p:cNvSpPr/>
          <p:nvPr/>
        </p:nvSpPr>
        <p:spPr>
          <a:xfrm>
            <a:off x="2542032" y="5468112"/>
            <a:ext cx="1188720" cy="694944"/>
          </a:xfrm>
          <a:prstGeom prst="roundRect">
            <a:avLst>
              <a:gd name="adj" fmla="val 10526"/>
            </a:avLst>
          </a:prstGeom>
          <a:solidFill>
            <a:srgbClr val="0E1B2D">
              <a:alpha val="96000"/>
            </a:srgbClr>
          </a:solidFill>
          <a:ln w="12700">
            <a:solidFill>
              <a:schemeClr val="accent1"/>
            </a:solidFill>
            <a:prstDash val="solid"/>
          </a:ln>
          <a:effectLst>
            <a:outerShdw sx="100000" sy="100000" kx="0" ky="0" algn="bl" rotWithShape="0" blurRad="177800" dist="38100" dir="5400000">
              <a:srgbClr val="0A1628">
                <a:alpha val="12000"/>
              </a:srgbClr>
            </a:outerShdw>
          </a:effectLst>
        </p:spPr>
      </p:sp>
      <p:sp>
        <p:nvSpPr>
          <p:cNvPr id="52" name="Text 43"/>
          <p:cNvSpPr txBox="1"/>
          <p:nvPr/>
        </p:nvSpPr>
        <p:spPr>
          <a:xfrm>
            <a:off x="2633472" y="5522976"/>
            <a:ext cx="1005840" cy="128016"/>
          </a:xfrm>
          <a:prstGeom prst="rect">
            <a:avLst/>
          </a:prstGeom>
          <a:noFill/>
          <a:ln/>
        </p:spPr>
        <p:txBody>
          <a:bodyPr wrap="square" lIns="0" tIns="0" rIns="0" bIns="0" rtlCol="0" anchor="ctr"/>
          <a:lstStyle/>
          <a:p>
            <a:pPr indent="0" marL="0">
              <a:buNone/>
            </a:pPr>
            <a:r>
              <a:rPr lang="en-US" sz="700" b="1" spc="100" kern="0" dirty="0">
                <a:solidFill>
                  <a:srgbClr val="7FD3EE"/>
                </a:solidFill>
              </a:rPr>
              <a:t>STATUS TV</a:t>
            </a:r>
            <a:endParaRPr lang="en-US" sz="700" dirty="0"/>
          </a:p>
        </p:txBody>
      </p:sp>
      <p:sp>
        <p:nvSpPr>
          <p:cNvPr id="53" name="Shape 44"/>
          <p:cNvSpPr/>
          <p:nvPr/>
        </p:nvSpPr>
        <p:spPr>
          <a:xfrm>
            <a:off x="2633472" y="5696712"/>
            <a:ext cx="219456" cy="219456"/>
          </a:xfrm>
          <a:prstGeom prst="ellipse">
            <a:avLst/>
          </a:prstGeom>
          <a:solidFill>
            <a:srgbClr val="E7CDB4"/>
          </a:solidFill>
          <a:ln/>
        </p:spPr>
      </p:sp>
      <p:sp>
        <p:nvSpPr>
          <p:cNvPr id="54" name="Text 45"/>
          <p:cNvSpPr txBox="1"/>
          <p:nvPr/>
        </p:nvSpPr>
        <p:spPr>
          <a:xfrm>
            <a:off x="2907792" y="5678424"/>
            <a:ext cx="777240" cy="137160"/>
          </a:xfrm>
          <a:prstGeom prst="rect">
            <a:avLst/>
          </a:prstGeom>
          <a:noFill/>
          <a:ln/>
        </p:spPr>
        <p:txBody>
          <a:bodyPr wrap="square" lIns="0" tIns="0" rIns="0" bIns="0" rtlCol="0" anchor="ctr"/>
          <a:lstStyle/>
          <a:p>
            <a:pPr indent="0" marL="0">
              <a:buNone/>
            </a:pPr>
            <a:r>
              <a:rPr lang="en-US" sz="900" b="1" dirty="0">
                <a:solidFill>
                  <a:srgbClr val="FFFFFF"/>
                </a:solidFill>
              </a:rPr>
              <a:t>TAN M. Y.</a:t>
            </a:r>
            <a:endParaRPr lang="en-US" sz="900" dirty="0"/>
          </a:p>
        </p:txBody>
      </p:sp>
      <p:sp>
        <p:nvSpPr>
          <p:cNvPr id="55" name="Text 46"/>
          <p:cNvSpPr txBox="1"/>
          <p:nvPr/>
        </p:nvSpPr>
        <p:spPr>
          <a:xfrm>
            <a:off x="2907792" y="5806440"/>
            <a:ext cx="777240" cy="118872"/>
          </a:xfrm>
          <a:prstGeom prst="rect">
            <a:avLst/>
          </a:prstGeom>
          <a:noFill/>
          <a:ln/>
        </p:spPr>
        <p:txBody>
          <a:bodyPr wrap="square" lIns="0" tIns="0" rIns="0" bIns="0" rtlCol="0" anchor="ctr"/>
          <a:lstStyle/>
          <a:p>
            <a:pPr indent="0" marL="0">
              <a:buNone/>
            </a:pPr>
            <a:r>
              <a:rPr lang="en-US" sz="700" dirty="0">
                <a:solidFill>
                  <a:srgbClr val="9AA8BC"/>
                </a:solidFill>
              </a:rPr>
              <a:t>SQ 322 · B12</a:t>
            </a:r>
            <a:endParaRPr lang="en-US" sz="700" dirty="0"/>
          </a:p>
        </p:txBody>
      </p:sp>
      <p:sp>
        <p:nvSpPr>
          <p:cNvPr id="56" name="Shape 47"/>
          <p:cNvSpPr/>
          <p:nvPr/>
        </p:nvSpPr>
        <p:spPr>
          <a:xfrm>
            <a:off x="2633472" y="5952744"/>
            <a:ext cx="1005840" cy="146304"/>
          </a:xfrm>
          <a:prstGeom prst="roundRect">
            <a:avLst>
              <a:gd name="adj" fmla="val 50000"/>
            </a:avLst>
          </a:prstGeom>
          <a:solidFill>
            <a:schemeClr val="accent2"/>
          </a:solidFill>
          <a:ln/>
        </p:spPr>
      </p:sp>
      <p:sp>
        <p:nvSpPr>
          <p:cNvPr id="57" name="Text 48"/>
          <p:cNvSpPr txBox="1"/>
          <p:nvPr/>
        </p:nvSpPr>
        <p:spPr>
          <a:xfrm>
            <a:off x="2633472" y="5952744"/>
            <a:ext cx="1005840" cy="146304"/>
          </a:xfrm>
          <a:prstGeom prst="rect">
            <a:avLst/>
          </a:prstGeom>
          <a:noFill/>
          <a:ln/>
        </p:spPr>
        <p:txBody>
          <a:bodyPr wrap="square" lIns="0" tIns="0" rIns="0" bIns="0" rtlCol="0" anchor="ctr"/>
          <a:lstStyle/>
          <a:p>
            <a:pPr algn="ctr" indent="0" marL="0">
              <a:buNone/>
            </a:pPr>
            <a:r>
              <a:rPr lang="en-US" sz="750" b="1" spc="100" kern="0" dirty="0">
                <a:solidFill>
                  <a:srgbClr val="FFFFFF"/>
                </a:solidFill>
              </a:rPr>
              <a:t>CLEARED</a:t>
            </a:r>
            <a:endParaRPr lang="en-US" sz="750" dirty="0"/>
          </a:p>
        </p:txBody>
      </p:sp>
      <p:sp>
        <p:nvSpPr>
          <p:cNvPr id="58" name="Shape 49"/>
          <p:cNvSpPr/>
          <p:nvPr/>
        </p:nvSpPr>
        <p:spPr>
          <a:xfrm>
            <a:off x="4096512" y="4096512"/>
            <a:ext cx="1962265" cy="585216"/>
          </a:xfrm>
          <a:prstGeom prst="roundRect">
            <a:avLst>
              <a:gd name="adj" fmla="val 15625"/>
            </a:avLst>
          </a:prstGeom>
          <a:solidFill>
            <a:schemeClr val="bg1">
              <a:alpha val="94000"/>
            </a:schemeClr>
          </a:solidFill>
          <a:ln/>
          <a:effectLst>
            <a:outerShdw sx="100000" sy="100000" kx="0" ky="0" algn="bl" rotWithShape="0" blurRad="177800" dist="38100" dir="5400000">
              <a:srgbClr val="0A1628">
                <a:alpha val="12000"/>
              </a:srgbClr>
            </a:outerShdw>
          </a:effectLst>
        </p:spPr>
      </p:sp>
      <p:sp>
        <p:nvSpPr>
          <p:cNvPr id="59" name="Shape 50"/>
          <p:cNvSpPr/>
          <p:nvPr/>
        </p:nvSpPr>
        <p:spPr>
          <a:xfrm>
            <a:off x="4206240" y="4169664"/>
            <a:ext cx="237744" cy="237744"/>
          </a:xfrm>
          <a:prstGeom prst="ellipse">
            <a:avLst/>
          </a:prstGeom>
          <a:solidFill>
            <a:schemeClr val="accent1"/>
          </a:solidFill>
          <a:ln/>
        </p:spPr>
      </p:sp>
      <p:sp>
        <p:nvSpPr>
          <p:cNvPr id="60" name="Text 51"/>
          <p:cNvSpPr txBox="1"/>
          <p:nvPr/>
        </p:nvSpPr>
        <p:spPr>
          <a:xfrm>
            <a:off x="4206240" y="4169664"/>
            <a:ext cx="237744" cy="237744"/>
          </a:xfrm>
          <a:prstGeom prst="rect">
            <a:avLst/>
          </a:prstGeom>
          <a:noFill/>
          <a:ln/>
        </p:spPr>
        <p:txBody>
          <a:bodyPr wrap="square" lIns="0" tIns="0" rIns="0" bIns="0" rtlCol="0" anchor="ctr"/>
          <a:lstStyle/>
          <a:p>
            <a:pPr algn="ctr" indent="0" marL="0">
              <a:buNone/>
            </a:pPr>
            <a:r>
              <a:rPr lang="en-US" sz="1100" b="1" dirty="0">
                <a:solidFill>
                  <a:schemeClr val="bg1"/>
                </a:solidFill>
              </a:rPr>
              <a:t>4</a:t>
            </a:r>
            <a:endParaRPr lang="en-US" sz="1100" dirty="0"/>
          </a:p>
        </p:txBody>
      </p:sp>
      <p:sp>
        <p:nvSpPr>
          <p:cNvPr id="61" name="Text 52"/>
          <p:cNvSpPr txBox="1"/>
          <p:nvPr/>
        </p:nvSpPr>
        <p:spPr>
          <a:xfrm>
            <a:off x="4535424" y="4142232"/>
            <a:ext cx="1523353" cy="292608"/>
          </a:xfrm>
          <a:prstGeom prst="rect">
            <a:avLst/>
          </a:prstGeom>
          <a:noFill/>
          <a:ln/>
        </p:spPr>
        <p:txBody>
          <a:bodyPr wrap="square" lIns="0" tIns="0" rIns="0" bIns="0" rtlCol="0" anchor="ctr"/>
          <a:lstStyle/>
          <a:p>
            <a:pPr indent="0" marL="0">
              <a:buNone/>
            </a:pPr>
            <a:r>
              <a:rPr lang="en-US" sz="1300" b="1" dirty="0">
                <a:solidFill>
                  <a:schemeClr val="tx1"/>
                </a:solidFill>
              </a:rPr>
              <a:t>Pre-screen</a:t>
            </a:r>
            <a:endParaRPr lang="en-US" sz="1300" dirty="0"/>
          </a:p>
        </p:txBody>
      </p:sp>
      <p:pic>
        <p:nvPicPr>
          <p:cNvPr id="62" name="Image 7" descr="preencoded.png">    </p:cNvPr>
          <p:cNvPicPr>
            <a:picLocks noChangeAspect="1"/>
          </p:cNvPicPr>
          <p:nvPr/>
        </p:nvPicPr>
        <p:blipFill>
          <a:blip r:embed="rId8"/>
          <a:stretch>
            <a:fillRect/>
          </a:stretch>
        </p:blipFill>
        <p:spPr>
          <a:xfrm>
            <a:off x="4242816" y="4443984"/>
            <a:ext cx="173736" cy="173736"/>
          </a:xfrm>
          <a:prstGeom prst="rect">
            <a:avLst/>
          </a:prstGeom>
        </p:spPr>
      </p:pic>
      <p:sp>
        <p:nvSpPr>
          <p:cNvPr id="63" name="Text 53"/>
          <p:cNvSpPr txBox="1"/>
          <p:nvPr/>
        </p:nvSpPr>
        <p:spPr>
          <a:xfrm>
            <a:off x="4535424" y="4407408"/>
            <a:ext cx="1523353" cy="237744"/>
          </a:xfrm>
          <a:prstGeom prst="rect">
            <a:avLst/>
          </a:prstGeom>
          <a:noFill/>
          <a:ln/>
        </p:spPr>
        <p:txBody>
          <a:bodyPr wrap="square" lIns="0" tIns="0" rIns="0" bIns="0" rtlCol="0" anchor="ctr"/>
          <a:lstStyle/>
          <a:p>
            <a:pPr indent="0" marL="0">
              <a:buNone/>
            </a:pPr>
            <a:r>
              <a:rPr lang="en-US" sz="1100" b="1" dirty="0">
                <a:solidFill>
                  <a:schemeClr val="accent1"/>
                </a:solidFill>
              </a:rPr>
              <a:t>Profile Check reader</a:t>
            </a:r>
            <a:endParaRPr lang="en-US" sz="1100" dirty="0"/>
          </a:p>
        </p:txBody>
      </p:sp>
      <p:sp>
        <p:nvSpPr>
          <p:cNvPr id="64" name="Shape 54"/>
          <p:cNvSpPr/>
          <p:nvPr/>
        </p:nvSpPr>
        <p:spPr>
          <a:xfrm>
            <a:off x="6345936" y="4096512"/>
            <a:ext cx="2070592" cy="585216"/>
          </a:xfrm>
          <a:prstGeom prst="roundRect">
            <a:avLst>
              <a:gd name="adj" fmla="val 15625"/>
            </a:avLst>
          </a:prstGeom>
          <a:solidFill>
            <a:schemeClr val="bg1">
              <a:alpha val="94000"/>
            </a:schemeClr>
          </a:solidFill>
          <a:ln/>
          <a:effectLst>
            <a:outerShdw sx="100000" sy="100000" kx="0" ky="0" algn="bl" rotWithShape="0" blurRad="177800" dist="38100" dir="5400000">
              <a:srgbClr val="0A1628">
                <a:alpha val="12000"/>
              </a:srgbClr>
            </a:outerShdw>
          </a:effectLst>
        </p:spPr>
      </p:sp>
      <p:sp>
        <p:nvSpPr>
          <p:cNvPr id="65" name="Shape 55"/>
          <p:cNvSpPr/>
          <p:nvPr/>
        </p:nvSpPr>
        <p:spPr>
          <a:xfrm>
            <a:off x="6455664" y="4169664"/>
            <a:ext cx="237744" cy="237744"/>
          </a:xfrm>
          <a:prstGeom prst="ellipse">
            <a:avLst/>
          </a:prstGeom>
          <a:solidFill>
            <a:schemeClr val="accent1"/>
          </a:solidFill>
          <a:ln/>
        </p:spPr>
      </p:sp>
      <p:sp>
        <p:nvSpPr>
          <p:cNvPr id="66" name="Text 56"/>
          <p:cNvSpPr txBox="1"/>
          <p:nvPr/>
        </p:nvSpPr>
        <p:spPr>
          <a:xfrm>
            <a:off x="6455664" y="4169664"/>
            <a:ext cx="237744" cy="237744"/>
          </a:xfrm>
          <a:prstGeom prst="rect">
            <a:avLst/>
          </a:prstGeom>
          <a:noFill/>
          <a:ln/>
        </p:spPr>
        <p:txBody>
          <a:bodyPr wrap="square" lIns="0" tIns="0" rIns="0" bIns="0" rtlCol="0" anchor="ctr"/>
          <a:lstStyle/>
          <a:p>
            <a:pPr algn="ctr" indent="0" marL="0">
              <a:buNone/>
            </a:pPr>
            <a:r>
              <a:rPr lang="en-US" sz="1100" b="1" dirty="0">
                <a:solidFill>
                  <a:schemeClr val="bg1"/>
                </a:solidFill>
              </a:rPr>
              <a:t>5</a:t>
            </a:r>
            <a:endParaRPr lang="en-US" sz="1100" dirty="0"/>
          </a:p>
        </p:txBody>
      </p:sp>
      <p:sp>
        <p:nvSpPr>
          <p:cNvPr id="67" name="Text 57"/>
          <p:cNvSpPr txBox="1"/>
          <p:nvPr/>
        </p:nvSpPr>
        <p:spPr>
          <a:xfrm>
            <a:off x="6784848" y="4142232"/>
            <a:ext cx="1631680" cy="292608"/>
          </a:xfrm>
          <a:prstGeom prst="rect">
            <a:avLst/>
          </a:prstGeom>
          <a:noFill/>
          <a:ln/>
        </p:spPr>
        <p:txBody>
          <a:bodyPr wrap="square" lIns="0" tIns="0" rIns="0" bIns="0" rtlCol="0" anchor="ctr"/>
          <a:lstStyle/>
          <a:p>
            <a:pPr indent="0" marL="0">
              <a:buNone/>
            </a:pPr>
            <a:r>
              <a:rPr lang="en-US" sz="1300" b="1" dirty="0">
                <a:solidFill>
                  <a:schemeClr val="tx1"/>
                </a:solidFill>
              </a:rPr>
              <a:t>Board</a:t>
            </a:r>
            <a:endParaRPr lang="en-US" sz="1300" dirty="0"/>
          </a:p>
        </p:txBody>
      </p:sp>
      <p:pic>
        <p:nvPicPr>
          <p:cNvPr id="68" name="Image 8" descr="preencoded.png">    </p:cNvPr>
          <p:cNvPicPr>
            <a:picLocks noChangeAspect="1"/>
          </p:cNvPicPr>
          <p:nvPr/>
        </p:nvPicPr>
        <p:blipFill>
          <a:blip r:embed="rId9"/>
          <a:stretch>
            <a:fillRect/>
          </a:stretch>
        </p:blipFill>
        <p:spPr>
          <a:xfrm>
            <a:off x="6492240" y="4443984"/>
            <a:ext cx="173736" cy="173736"/>
          </a:xfrm>
          <a:prstGeom prst="rect">
            <a:avLst/>
          </a:prstGeom>
        </p:spPr>
      </p:pic>
      <p:sp>
        <p:nvSpPr>
          <p:cNvPr id="69" name="Text 58"/>
          <p:cNvSpPr txBox="1"/>
          <p:nvPr/>
        </p:nvSpPr>
        <p:spPr>
          <a:xfrm>
            <a:off x="6784848" y="4407408"/>
            <a:ext cx="1631680" cy="237744"/>
          </a:xfrm>
          <a:prstGeom prst="rect">
            <a:avLst/>
          </a:prstGeom>
          <a:noFill/>
          <a:ln/>
        </p:spPr>
        <p:txBody>
          <a:bodyPr wrap="square" lIns="0" tIns="0" rIns="0" bIns="0" rtlCol="0" anchor="ctr"/>
          <a:lstStyle/>
          <a:p>
            <a:pPr indent="0" marL="0">
              <a:buNone/>
            </a:pPr>
            <a:r>
              <a:rPr lang="en-US" sz="1100" b="1" dirty="0">
                <a:solidFill>
                  <a:schemeClr val="accent1"/>
                </a:solidFill>
              </a:rPr>
              <a:t>Smart Boarding Kiosk</a:t>
            </a:r>
            <a:endParaRPr lang="en-US" sz="1100" dirty="0"/>
          </a:p>
        </p:txBody>
      </p:sp>
      <p:sp>
        <p:nvSpPr>
          <p:cNvPr id="70" name="Shape 59"/>
          <p:cNvSpPr/>
          <p:nvPr/>
        </p:nvSpPr>
        <p:spPr>
          <a:xfrm>
            <a:off x="8595360" y="4096512"/>
            <a:ext cx="1925256" cy="585216"/>
          </a:xfrm>
          <a:prstGeom prst="roundRect">
            <a:avLst>
              <a:gd name="adj" fmla="val 15625"/>
            </a:avLst>
          </a:prstGeom>
          <a:solidFill>
            <a:schemeClr val="accent6"/>
          </a:solidFill>
          <a:ln/>
          <a:effectLst>
            <a:outerShdw sx="100000" sy="100000" kx="0" ky="0" algn="bl" rotWithShape="0" blurRad="177800" dist="38100" dir="5400000">
              <a:srgbClr val="0A1628">
                <a:alpha val="12000"/>
              </a:srgbClr>
            </a:outerShdw>
          </a:effectLst>
        </p:spPr>
      </p:sp>
      <p:sp>
        <p:nvSpPr>
          <p:cNvPr id="71" name="Shape 60"/>
          <p:cNvSpPr/>
          <p:nvPr/>
        </p:nvSpPr>
        <p:spPr>
          <a:xfrm>
            <a:off x="8705088" y="4169664"/>
            <a:ext cx="237744" cy="237744"/>
          </a:xfrm>
          <a:prstGeom prst="ellipse">
            <a:avLst/>
          </a:prstGeom>
          <a:solidFill>
            <a:schemeClr val="bg1"/>
          </a:solidFill>
          <a:ln/>
        </p:spPr>
      </p:sp>
      <p:sp>
        <p:nvSpPr>
          <p:cNvPr id="72" name="Text 61"/>
          <p:cNvSpPr txBox="1"/>
          <p:nvPr/>
        </p:nvSpPr>
        <p:spPr>
          <a:xfrm>
            <a:off x="8705088" y="4169664"/>
            <a:ext cx="237744" cy="237744"/>
          </a:xfrm>
          <a:prstGeom prst="rect">
            <a:avLst/>
          </a:prstGeom>
          <a:noFill/>
          <a:ln/>
        </p:spPr>
        <p:txBody>
          <a:bodyPr wrap="square" lIns="0" tIns="0" rIns="0" bIns="0" rtlCol="0" anchor="ctr"/>
          <a:lstStyle/>
          <a:p>
            <a:pPr algn="ctr" indent="0" marL="0">
              <a:buNone/>
            </a:pPr>
            <a:r>
              <a:rPr lang="en-US" sz="1100" b="1" dirty="0">
                <a:solidFill>
                  <a:schemeClr val="accent6"/>
                </a:solidFill>
              </a:rPr>
              <a:t>6</a:t>
            </a:r>
            <a:endParaRPr lang="en-US" sz="1100" dirty="0"/>
          </a:p>
        </p:txBody>
      </p:sp>
      <p:sp>
        <p:nvSpPr>
          <p:cNvPr id="73" name="Text 62"/>
          <p:cNvSpPr txBox="1"/>
          <p:nvPr/>
        </p:nvSpPr>
        <p:spPr>
          <a:xfrm>
            <a:off x="9034272" y="4142232"/>
            <a:ext cx="1486344" cy="292608"/>
          </a:xfrm>
          <a:prstGeom prst="rect">
            <a:avLst/>
          </a:prstGeom>
          <a:noFill/>
          <a:ln/>
        </p:spPr>
        <p:txBody>
          <a:bodyPr wrap="square" lIns="0" tIns="0" rIns="0" bIns="0" rtlCol="0" anchor="ctr"/>
          <a:lstStyle/>
          <a:p>
            <a:pPr indent="0" marL="0">
              <a:buNone/>
            </a:pPr>
            <a:r>
              <a:rPr lang="en-US" sz="1300" b="1" dirty="0">
                <a:solidFill>
                  <a:schemeClr val="bg1"/>
                </a:solidFill>
              </a:rPr>
              <a:t>Oversee</a:t>
            </a:r>
            <a:endParaRPr lang="en-US" sz="1300" dirty="0"/>
          </a:p>
        </p:txBody>
      </p:sp>
      <p:pic>
        <p:nvPicPr>
          <p:cNvPr id="74" name="Image 9" descr="preencoded.png">    </p:cNvPr>
          <p:cNvPicPr>
            <a:picLocks noChangeAspect="1"/>
          </p:cNvPicPr>
          <p:nvPr/>
        </p:nvPicPr>
        <p:blipFill>
          <a:blip r:embed="rId10"/>
          <a:stretch>
            <a:fillRect/>
          </a:stretch>
        </p:blipFill>
        <p:spPr>
          <a:xfrm>
            <a:off x="8741664" y="4443984"/>
            <a:ext cx="173736" cy="173736"/>
          </a:xfrm>
          <a:prstGeom prst="rect">
            <a:avLst/>
          </a:prstGeom>
        </p:spPr>
      </p:pic>
      <p:sp>
        <p:nvSpPr>
          <p:cNvPr id="75" name="Text 63"/>
          <p:cNvSpPr txBox="1"/>
          <p:nvPr/>
        </p:nvSpPr>
        <p:spPr>
          <a:xfrm>
            <a:off x="9034272" y="4407408"/>
            <a:ext cx="1486344" cy="237744"/>
          </a:xfrm>
          <a:prstGeom prst="rect">
            <a:avLst/>
          </a:prstGeom>
          <a:noFill/>
          <a:ln/>
        </p:spPr>
        <p:txBody>
          <a:bodyPr wrap="square" lIns="0" tIns="0" rIns="0" bIns="0" rtlCol="0" anchor="ctr"/>
          <a:lstStyle/>
          <a:p>
            <a:pPr indent="0" marL="0">
              <a:buNone/>
            </a:pPr>
            <a:r>
              <a:rPr lang="en-US" sz="1100" b="1" dirty="0">
                <a:solidFill>
                  <a:srgbClr val="7FD3EE"/>
                </a:solidFill>
              </a:rPr>
              <a:t>AGIL® Secure ISMP</a:t>
            </a:r>
            <a:endParaRPr lang="en-US" sz="1100" dirty="0"/>
          </a:p>
        </p:txBody>
      </p:sp>
      <p:sp>
        <p:nvSpPr>
          <p:cNvPr id="76" name="Shape 64"/>
          <p:cNvSpPr/>
          <p:nvPr/>
        </p:nvSpPr>
        <p:spPr>
          <a:xfrm>
            <a:off x="9841687" y="5907024"/>
            <a:ext cx="1691640" cy="256032"/>
          </a:xfrm>
          <a:prstGeom prst="roundRect">
            <a:avLst>
              <a:gd name="adj" fmla="val 50000"/>
            </a:avLst>
          </a:prstGeom>
          <a:solidFill>
            <a:schemeClr val="bg1">
              <a:alpha val="94000"/>
            </a:schemeClr>
          </a:solidFill>
          <a:ln/>
          <a:effectLst>
            <a:outerShdw sx="100000" sy="100000" kx="0" ky="0" algn="bl" rotWithShape="0" blurRad="177800" dist="38100" dir="5400000">
              <a:srgbClr val="0A1628">
                <a:alpha val="12000"/>
              </a:srgbClr>
            </a:outerShdw>
          </a:effectLst>
        </p:spPr>
      </p:sp>
      <p:sp>
        <p:nvSpPr>
          <p:cNvPr id="77" name="Text 65"/>
          <p:cNvSpPr txBox="1"/>
          <p:nvPr/>
        </p:nvSpPr>
        <p:spPr>
          <a:xfrm>
            <a:off x="9841687" y="5907024"/>
            <a:ext cx="1691640" cy="256032"/>
          </a:xfrm>
          <a:prstGeom prst="rect">
            <a:avLst/>
          </a:prstGeom>
          <a:noFill/>
          <a:ln/>
        </p:spPr>
        <p:txBody>
          <a:bodyPr wrap="square" lIns="0" tIns="0" rIns="0" bIns="0" rtlCol="0" anchor="ctr"/>
          <a:lstStyle/>
          <a:p>
            <a:pPr algn="ctr" indent="0" marL="0">
              <a:buNone/>
            </a:pPr>
            <a:r>
              <a:rPr lang="en-US" sz="900" b="1" spc="150" kern="0" dirty="0">
                <a:solidFill>
                  <a:schemeClr val="accent6"/>
                </a:solidFill>
              </a:rPr>
              <a:t>BEHIND EVERY STEP</a:t>
            </a:r>
            <a:endParaRPr lang="en-US" sz="900" dirty="0"/>
          </a:p>
        </p:txBody>
      </p:sp>
      <p:sp>
        <p:nvSpPr>
          <p:cNvPr id="78" name="Shape 66"/>
          <p:cNvSpPr/>
          <p:nvPr/>
        </p:nvSpPr>
        <p:spPr>
          <a:xfrm>
            <a:off x="2039112" y="3758184"/>
            <a:ext cx="310896" cy="310896"/>
          </a:xfrm>
          <a:prstGeom prst="ellipse">
            <a:avLst/>
          </a:prstGeom>
          <a:solidFill>
            <a:schemeClr val="accent1"/>
          </a:solidFill>
          <a:ln w="19050">
            <a:solidFill>
              <a:schemeClr val="bg1"/>
            </a:solidFill>
            <a:prstDash val="solid"/>
          </a:ln>
          <a:effectLst>
            <a:outerShdw sx="100000" sy="100000" kx="0" ky="0" algn="bl" rotWithShape="0" blurRad="177800" dist="38100" dir="5400000">
              <a:srgbClr val="0A1628">
                <a:alpha val="12000"/>
              </a:srgbClr>
            </a:outerShdw>
          </a:effectLst>
        </p:spPr>
      </p:sp>
      <p:pic>
        <p:nvPicPr>
          <p:cNvPr id="79" name="Image 10" descr="preencoded.png">    </p:cNvPr>
          <p:cNvPicPr>
            <a:picLocks noChangeAspect="1"/>
          </p:cNvPicPr>
          <p:nvPr/>
        </p:nvPicPr>
        <p:blipFill>
          <a:blip r:embed="rId11"/>
          <a:stretch>
            <a:fillRect/>
          </a:stretch>
        </p:blipFill>
        <p:spPr>
          <a:xfrm>
            <a:off x="2103120" y="3822192"/>
            <a:ext cx="182880" cy="182880"/>
          </a:xfrm>
          <a:prstGeom prst="rect">
            <a:avLst/>
          </a:prstGeom>
        </p:spPr>
      </p:pic>
      <p:sp>
        <p:nvSpPr>
          <p:cNvPr id="80" name="Shape 67"/>
          <p:cNvSpPr/>
          <p:nvPr/>
        </p:nvSpPr>
        <p:spPr>
          <a:xfrm>
            <a:off x="3758184" y="5248656"/>
            <a:ext cx="310896" cy="310896"/>
          </a:xfrm>
          <a:prstGeom prst="ellipse">
            <a:avLst/>
          </a:prstGeom>
          <a:solidFill>
            <a:schemeClr val="accent1"/>
          </a:solidFill>
          <a:ln w="19050">
            <a:solidFill>
              <a:schemeClr val="bg1"/>
            </a:solidFill>
            <a:prstDash val="solid"/>
          </a:ln>
          <a:effectLst>
            <a:outerShdw sx="100000" sy="100000" kx="0" ky="0" algn="bl" rotWithShape="0" blurRad="177800" dist="38100" dir="5400000">
              <a:srgbClr val="0A1628">
                <a:alpha val="12000"/>
              </a:srgbClr>
            </a:outerShdw>
          </a:effectLst>
        </p:spPr>
      </p:sp>
      <p:pic>
        <p:nvPicPr>
          <p:cNvPr id="81" name="Image 11" descr="preencoded.png">    </p:cNvPr>
          <p:cNvPicPr>
            <a:picLocks noChangeAspect="1"/>
          </p:cNvPicPr>
          <p:nvPr/>
        </p:nvPicPr>
        <p:blipFill>
          <a:blip r:embed="rId12"/>
          <a:stretch>
            <a:fillRect/>
          </a:stretch>
        </p:blipFill>
        <p:spPr>
          <a:xfrm>
            <a:off x="3822192" y="5312664"/>
            <a:ext cx="182880" cy="182880"/>
          </a:xfrm>
          <a:prstGeom prst="rect">
            <a:avLst/>
          </a:prstGeom>
        </p:spPr>
      </p:pic>
      <p:sp>
        <p:nvSpPr>
          <p:cNvPr id="82" name="Shape 68"/>
          <p:cNvSpPr/>
          <p:nvPr/>
        </p:nvSpPr>
        <p:spPr>
          <a:xfrm>
            <a:off x="6007608" y="5248656"/>
            <a:ext cx="310896" cy="310896"/>
          </a:xfrm>
          <a:prstGeom prst="ellipse">
            <a:avLst/>
          </a:prstGeom>
          <a:solidFill>
            <a:schemeClr val="accent1"/>
          </a:solidFill>
          <a:ln w="19050">
            <a:solidFill>
              <a:schemeClr val="bg1"/>
            </a:solidFill>
            <a:prstDash val="solid"/>
          </a:ln>
          <a:effectLst>
            <a:outerShdw sx="100000" sy="100000" kx="0" ky="0" algn="bl" rotWithShape="0" blurRad="177800" dist="38100" dir="5400000">
              <a:srgbClr val="0A1628">
                <a:alpha val="12000"/>
              </a:srgbClr>
            </a:outerShdw>
          </a:effectLst>
        </p:spPr>
      </p:sp>
      <p:pic>
        <p:nvPicPr>
          <p:cNvPr id="83" name="Image 12" descr="preencoded.png">    </p:cNvPr>
          <p:cNvPicPr>
            <a:picLocks noChangeAspect="1"/>
          </p:cNvPicPr>
          <p:nvPr/>
        </p:nvPicPr>
        <p:blipFill>
          <a:blip r:embed="rId13"/>
          <a:stretch>
            <a:fillRect/>
          </a:stretch>
        </p:blipFill>
        <p:spPr>
          <a:xfrm>
            <a:off x="6071616" y="5312664"/>
            <a:ext cx="182880" cy="182880"/>
          </a:xfrm>
          <a:prstGeom prst="rect">
            <a:avLst/>
          </a:prstGeom>
        </p:spPr>
      </p:pic>
      <p:sp>
        <p:nvSpPr>
          <p:cNvPr id="25" name="Slide Number Placeholder 0"/>
          <p:cNvSpPr>
            <a:spLocks noGrp="1"/>
          </p:cNvSpPr>
          <p:nvPr>
            <p:ph type="sldNum" sz="quarter" idx="4294967295"/>
          </p:nvPr>
        </p:nvSpPr>
        <p:spPr>
          <a:xfrm>
            <a:off x="329184" y="6382512"/>
            <a:ext cx="329184" cy="256032"/>
          </a:xfrm>
          <a:prstGeom prst="rect">
            <a:avLst/>
          </a:prstGeom>
          <a:extLst>
            <a:ext uri="{C572A759-6A51-4108-AA02-DFA0A04FC94B}">
              <ma14:wrappingTextBoxFlag xmlns:ma14="http://schemas.microsoft.com/office/mac/drawingml/2011/main" val="0"/>
            </a:ext>
          </a:extLst>
        </p:spPr>
        <p:txBody>
          <a:bodyPr lIns="0" tIns="0" rIns="0" bIns="0" anchor="ctr"/>
          <a:lstStyle>
            <a:lvl1pPr>
              <a:defRPr sz="12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theme/theme1.xml><?xml version="1.0" encoding="utf-8"?>
<a:theme xmlns:a="http://schemas.openxmlformats.org/drawingml/2006/main" name="FastPass ST Pearl">
  <a:themeElements>
    <a:clrScheme name="FastPass ST Pearl">
      <a:dk1>
        <a:srgbClr val="0B1526"/>
      </a:dk1>
      <a:lt1>
        <a:srgbClr val="FFFFFF"/>
      </a:lt1>
      <a:dk2>
        <a:srgbClr val="4A5870"/>
      </a:dk2>
      <a:lt2>
        <a:srgbClr val="F4F6F8"/>
      </a:lt2>
      <a:accent1>
        <a:srgbClr val="0B84AE"/>
      </a:accent1>
      <a:accent2>
        <a:srgbClr val="1E9E50"/>
      </a:accent2>
      <a:accent3>
        <a:srgbClr val="D97706"/>
      </a:accent3>
      <a:accent4>
        <a:srgbClr val="E3061A"/>
      </a:accent4>
      <a:accent5>
        <a:srgbClr val="E1E6ED"/>
      </a:accent5>
      <a:accent6>
        <a:srgbClr val="0B2545"/>
      </a:accent6>
      <a:hlink>
        <a:srgbClr val="0B84AE"/>
      </a:hlink>
      <a:folHlink>
        <a:srgbClr val="4A5870"/>
      </a:folHlink>
    </a:clrScheme>
    <a:fontScheme name="FastPass ST Pearl">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AGIL® Secure FastPass — journey slide layouts</dc:title>
  <dc:subject>PptxGenJS Presentation</dc:subject>
  <dc:creator>PptxGenJS</dc:creator>
  <cp:lastModifiedBy>PptxGenJS</cp:lastModifiedBy>
  <cp:revision>1</cp:revision>
  <dcterms:created xsi:type="dcterms:W3CDTF">2026-10-16T07:46:36Z</dcterms:created>
  <dcterms:modified xsi:type="dcterms:W3CDTF">2026-10-16T07:46:36Z</dcterms:modified>
</cp:coreProperties>
</file>