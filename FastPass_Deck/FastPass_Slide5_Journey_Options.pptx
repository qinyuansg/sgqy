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tion 1 · Static storyboard" id="{5be762d8-b250-7546-1154-0c778e8192f8}">
          <p14:sldIdLst>
            <p14:sldId id="256"/>
          </p14:sldIdLst>
        </p14:section>
        <p14:section name="Option 2 · Click-to-zoom" id="{31b44164-a94a-549a-767d-5bc5b54e8f8a}">
          <p14:sldIdLst>
            <p14:sldId id="257"/>
            <p14:sldId id="258"/>
            <p14:sldId id="259"/>
            <p14:sldId id="260"/>
            <p14:sldId id="261"/>
            <p14:sldId id="262"/>
            <p14:sldId id="263"/>
            <p14:sldId id="264"/>
          </p14:sldIdLst>
        </p14:section>
        <p14:section name="Option 3 · Camera tour" id="{1cdaa459-b7b5-a8c2-c490-a0242d9fe9fb}">
          <p14:sldIdLst>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1 — Static storyboard. One page; every real product is visible at once. Best for the PDF handout and for judges reading later.
One. At home, the traveller enrols once in the FastPass app: a passport scan and a selfie. The credential stays safely on the phone.
Two. As they walk up to the lane, the phone connects to it by Bluetooth. It stays in the pocket.
Three. They walk through the e-gate. The camera matches the face to the phone, without stopping. The screen next to the gate shows their name and a green "Cleared".
Four. Before security screening, a profile check confirms it is the same person.
Five. At the gate, the boarding kiosk clears them by face. No passport. No boarding pass.
Six. And the control room sees every step. Officers step in only when something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2 — Click-to-zoom. Click any step card or numbered badge to zoom into that product; click the same step, the product image or × to zoom out. With a clicker, just press Next: 1 → 6, then back to this overview. Needs PowerPoint 2019 / Microsoft 365 (Morph); older versions fade instead.
So how does it work? Please follow the blue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At home, the traveller enrols once in the FastPass app: a passport scan and a selfie. The credential stays safely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As they walk up to the lane, the phone connects to it by Bluetooth. It stays in the pocket.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They walk through the e-gate. The camera matches the face to the phone, without stopping. The screen next to the gate shows their name and a green "Cleared".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Before security screening, a profile check confirms it is the same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At the gate, the boarding kiosk clears them by face. No passport. No boarding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And the control room sees every step. Officers step in only when something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overview: one identity, six touchpoints, every product connected by AGIL® Secure ISMP.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3 — Guided camera tour. Press Next and the camera flies into the airport, step by step, with the real product beside it. Click a step card to jump; click the progress bars to move between steps. Needs PowerPoint 2019 / Microsoft 365 (Morph).
So how does it work? Please follow the blue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At home, the traveller enrols once in the FastPass app: a passport scan and a selfie. The credential stays safely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As they walk up to the lane, the phone connects to it by Bluetooth. It stays in the pocket.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They walk through the e-gate. The camera matches the face to the phone, without stopping. The screen next to the gate shows their name and a green "Cleared".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Before security screening, a profile check confirms it is the same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At the gate, the boarding kiosk clears them by face. No passport. No boarding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And the control room sees every step. Officers step in only when something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full journey: one identity, six touchpoints, every product connected by AGIL® Secure ISMP.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ST_CONTENT-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_CONTEN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sgqy/b70fb111-7300-56ba-abe4-4b6e17d8c33e/scratchpad/assets/v4/redbar.png">    </p:cNvPr>
          <p:cNvPicPr>
            <a:picLocks noChangeAspect="1"/>
          </p:cNvPicPr>
          <p:nvPr/>
        </p:nvPicPr>
        <p:blipFill>
          <a:blip r:embed="rId1"/>
          <a:stretch>
            <a:fillRect/>
          </a:stretch>
        </p:blipFill>
        <p:spPr>
          <a:xfrm>
            <a:off x="0" y="0"/>
            <a:ext cx="137160" cy="1673352"/>
          </a:xfrm>
          <a:prstGeom prst="rect">
            <a:avLst/>
          </a:prstGeom>
        </p:spPr>
      </p:pic>
      <p:pic>
        <p:nvPicPr>
          <p:cNvPr id="3" name="Image 1" descr="/tmp/claude-0/-home-user-sgqy/b70fb111-7300-56ba-abe4-4b6e17d8c33e/scratchpad/assets/common/logo_color.png">    </p:cNvPr>
          <p:cNvPicPr>
            <a:picLocks noChangeAspect="1"/>
          </p:cNvPicPr>
          <p:nvPr/>
        </p:nvPicPr>
        <p:blipFill>
          <a:blip r:embed="rId2"/>
          <a:stretch>
            <a:fillRect/>
          </a:stretch>
        </p:blipFill>
        <p:spPr>
          <a:xfrm>
            <a:off x="9710928" y="384048"/>
            <a:ext cx="1920240" cy="576072"/>
          </a:xfrm>
          <a:prstGeom prst="rect">
            <a:avLst/>
          </a:prstGeom>
        </p:spPr>
      </p:pic>
      <p:sp>
        <p:nvSpPr>
          <p:cNvPr id="4" name="Text 0"/>
          <p:cNvSpPr/>
          <p:nvPr>
            <p:ph idx="102" type="body" hasCustomPrompt="1"/>
          </p:nvPr>
        </p:nvSpPr>
        <p:spPr>
          <a:xfrm>
            <a:off x="429768" y="566928"/>
            <a:ext cx="8686800" cy="292608"/>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
        <p:nvSpPr>
          <p:cNvPr id="5" name="Text 0"/>
          <p:cNvSpPr/>
          <p:nvPr>
            <p:ph idx="103" type="title" hasCustomPrompt="1"/>
          </p:nvPr>
        </p:nvSpPr>
        <p:spPr>
          <a:xfrm>
            <a:off x="411480" y="868680"/>
            <a:ext cx="9235440" cy="530352"/>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6" name="Text 0"/>
          <p:cNvSpPr/>
          <p:nvPr>
            <p:ph idx="104" type="body" hasCustomPrompt="1"/>
          </p:nvPr>
        </p:nvSpPr>
        <p:spPr>
          <a:xfrm>
            <a:off x="429768" y="1417320"/>
            <a:ext cx="10607040" cy="347472"/>
          </a:xfrm>
          <a:prstGeom prst="rect">
            <a:avLst/>
          </a:prstGeom>
          <a:noFill/>
          <a:ln/>
        </p:spPr>
        <p:txBody>
          <a:bodyPr wrap="square" rtlCol="0"/>
          <a:lstStyle>
            <a:lvl1pPr algn="l" indent="0" marL="0">
              <a:buNone/>
              <a:defRPr lang="en-US" sz="1500" dirty="0">
                <a:solidFill>
                  <a:schemeClr val="tx2"/>
                </a:solidFill>
              </a:defRPr>
            </a:lvl1pPr>
          </a:lstStyle>
          <a:p>
            <a:pPr algn="l" indent="0" marL="0">
              <a:buNone/>
            </a:pPr>
            <a:endParaRPr lang="en-US" sz="15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2.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slide" Target="slide3.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4.xml"/><Relationship Id="rId12" Type="http://schemas.openxmlformats.org/officeDocument/2006/relationships/slide" Target="slide5.xml"/><Relationship Id="rId13" Type="http://schemas.openxmlformats.org/officeDocument/2006/relationships/slide" Target="slide5.xml"/><Relationship Id="rId14" Type="http://schemas.openxmlformats.org/officeDocument/2006/relationships/slide" Target="slide6.xml"/><Relationship Id="rId15" Type="http://schemas.openxmlformats.org/officeDocument/2006/relationships/slide" Target="slide6.xml"/><Relationship Id="rId16" Type="http://schemas.openxmlformats.org/officeDocument/2006/relationships/slide" Target="slide7.xml"/><Relationship Id="rId17" Type="http://schemas.openxmlformats.org/officeDocument/2006/relationships/slide" Target="slide7.xml"/><Relationship Id="rId18" Type="http://schemas.openxmlformats.org/officeDocument/2006/relationships/slide" Target="slide8.xml"/><Relationship Id="rId19" Type="http://schemas.openxmlformats.org/officeDocument/2006/relationships/slide" Target="slide8.xml"/><Relationship Id="rId1" Type="http://schemas.openxmlformats.org/officeDocument/2006/relationships/image" Target="../media/image-2-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1-11.png"/><Relationship Id="rId20" Type="http://schemas.openxmlformats.org/officeDocument/2006/relationships/slideLayout" Target="../slideLayouts/slideLayout2.xml"/><Relationship Id="rId2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xml"/><Relationship Id="rId8" Type="http://schemas.openxmlformats.org/officeDocument/2006/relationships/slide" Target="slide2.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slide" Target="slide6.xml"/><Relationship Id="rId12" Type="http://schemas.openxmlformats.org/officeDocument/2006/relationships/slide" Target="slide7.xml"/><Relationship Id="rId13" Type="http://schemas.openxmlformats.org/officeDocument/2006/relationships/slide" Target="slide8.xml"/><Relationship Id="rId1" Type="http://schemas.openxmlformats.org/officeDocument/2006/relationships/image" Target="../media/image-2-1.png"/><Relationship Id="rId2"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3-4.png"/><Relationship Id="rId6" Type="http://schemas.openxmlformats.org/officeDocument/2006/relationships/image" Target="../media/image-3-5.png"/><Relationship Id="rId14" Type="http://schemas.openxmlformats.org/officeDocument/2006/relationships/slideLayout" Target="../slideLayouts/slideLayout2.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xml"/><Relationship Id="rId8" Type="http://schemas.openxmlformats.org/officeDocument/2006/relationships/slide" Target="slide3.xml"/><Relationship Id="rId9" Type="http://schemas.openxmlformats.org/officeDocument/2006/relationships/slide" Target="slide2.xml"/><Relationship Id="rId10" Type="http://schemas.openxmlformats.org/officeDocument/2006/relationships/slide" Target="slide5.xml"/><Relationship Id="rId11" Type="http://schemas.openxmlformats.org/officeDocument/2006/relationships/slide" Target="slide6.xml"/><Relationship Id="rId12" Type="http://schemas.openxmlformats.org/officeDocument/2006/relationships/slide" Target="slide7.xml"/><Relationship Id="rId13" Type="http://schemas.openxmlformats.org/officeDocument/2006/relationships/slide" Target="slide8.xml"/><Relationship Id="rId1" Type="http://schemas.openxmlformats.org/officeDocument/2006/relationships/image" Target="../media/image-2-1.png"/><Relationship Id="rId2"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4-4.png"/><Relationship Id="rId6" Type="http://schemas.openxmlformats.org/officeDocument/2006/relationships/image" Target="../media/image-3-5.png"/><Relationship Id="rId14" Type="http://schemas.openxmlformats.org/officeDocument/2006/relationships/slideLayout" Target="../slideLayouts/slideLayout2.xml"/><Relationship Id="rId1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2.xml"/><Relationship Id="rId11" Type="http://schemas.openxmlformats.org/officeDocument/2006/relationships/slide" Target="slide6.xml"/><Relationship Id="rId12" Type="http://schemas.openxmlformats.org/officeDocument/2006/relationships/slide" Target="slide7.xml"/><Relationship Id="rId13" Type="http://schemas.openxmlformats.org/officeDocument/2006/relationships/slide" Target="slide8.xml"/><Relationship Id="rId1" Type="http://schemas.openxmlformats.org/officeDocument/2006/relationships/image" Target="../media/image-2-1.png"/><Relationship Id="rId2"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5-4.png"/><Relationship Id="rId6" Type="http://schemas.openxmlformats.org/officeDocument/2006/relationships/image" Target="../media/image-3-5.png"/><Relationship Id="rId14" Type="http://schemas.openxmlformats.org/officeDocument/2006/relationships/slideLayout" Target="../slideLayouts/slideLayout2.xml"/><Relationship Id="rId1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slide" Target="slide2.xml"/><Relationship Id="rId12" Type="http://schemas.openxmlformats.org/officeDocument/2006/relationships/slide" Target="slide7.xml"/><Relationship Id="rId13" Type="http://schemas.openxmlformats.org/officeDocument/2006/relationships/slide" Target="slide8.xml"/><Relationship Id="rId1" Type="http://schemas.openxmlformats.org/officeDocument/2006/relationships/image" Target="../media/image-2-1.png"/><Relationship Id="rId2" Type="http://schemas.openxmlformats.org/officeDocument/2006/relationships/image" Target="../media/image-1-7.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3-5.png"/><Relationship Id="rId14" Type="http://schemas.openxmlformats.org/officeDocument/2006/relationships/slideLayout" Target="../slideLayouts/slideLayout2.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slide" Target="slide6.xml"/><Relationship Id="rId12" Type="http://schemas.openxmlformats.org/officeDocument/2006/relationships/slide" Target="slide2.xml"/><Relationship Id="rId13" Type="http://schemas.openxmlformats.org/officeDocument/2006/relationships/slide" Target="slide8.xml"/><Relationship Id="rId1" Type="http://schemas.openxmlformats.org/officeDocument/2006/relationships/image" Target="../media/image-2-1.png"/><Relationship Id="rId2" Type="http://schemas.openxmlformats.org/officeDocument/2006/relationships/image" Target="../media/image-1-9.png"/><Relationship Id="rId4" Type="http://schemas.openxmlformats.org/officeDocument/2006/relationships/image" Target="../media/image-1-10.png"/><Relationship Id="rId5" Type="http://schemas.openxmlformats.org/officeDocument/2006/relationships/image" Target="../media/image-7-4.png"/><Relationship Id="rId6" Type="http://schemas.openxmlformats.org/officeDocument/2006/relationships/image" Target="../media/image-3-5.png"/><Relationship Id="rId14" Type="http://schemas.openxmlformats.org/officeDocument/2006/relationships/slideLayout" Target="../slideLayouts/slideLayout2.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2.xml"/><Relationship Id="rId8" Type="http://schemas.openxmlformats.org/officeDocument/2006/relationships/slide" Target="slide3.xml"/><Relationship Id="rId9" Type="http://schemas.openxmlformats.org/officeDocument/2006/relationships/slide" Target="slide4.xml"/><Relationship Id="rId10" Type="http://schemas.openxmlformats.org/officeDocument/2006/relationships/slide" Target="slide5.xml"/><Relationship Id="rId11" Type="http://schemas.openxmlformats.org/officeDocument/2006/relationships/slide" Target="slide6.xml"/><Relationship Id="rId12" Type="http://schemas.openxmlformats.org/officeDocument/2006/relationships/slide" Target="slide7.xml"/><Relationship Id="rId13" Type="http://schemas.openxmlformats.org/officeDocument/2006/relationships/slide" Target="slide2.xml"/><Relationship Id="rId1" Type="http://schemas.openxmlformats.org/officeDocument/2006/relationships/image" Target="../media/image-2-1.png"/><Relationship Id="rId2" Type="http://schemas.openxmlformats.org/officeDocument/2006/relationships/image" Target="../media/image-1-11.png"/><Relationship Id="rId4" Type="http://schemas.openxmlformats.org/officeDocument/2006/relationships/image" Target="../media/image-8-3.png"/><Relationship Id="rId5" Type="http://schemas.openxmlformats.org/officeDocument/2006/relationships/image" Target="../media/image-6-4.png"/><Relationship Id="rId6" Type="http://schemas.openxmlformats.org/officeDocument/2006/relationships/image" Target="../media/image-3-5.png"/><Relationship Id="rId14" Type="http://schemas.openxmlformats.org/officeDocument/2006/relationships/slideLayout" Target="../slideLayouts/slideLayout2.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slide" Target="slide3.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4.xml"/><Relationship Id="rId12" Type="http://schemas.openxmlformats.org/officeDocument/2006/relationships/slide" Target="slide5.xml"/><Relationship Id="rId13" Type="http://schemas.openxmlformats.org/officeDocument/2006/relationships/slide" Target="slide5.xml"/><Relationship Id="rId14" Type="http://schemas.openxmlformats.org/officeDocument/2006/relationships/slide" Target="slide6.xml"/><Relationship Id="rId15" Type="http://schemas.openxmlformats.org/officeDocument/2006/relationships/slide" Target="slide6.xml"/><Relationship Id="rId16" Type="http://schemas.openxmlformats.org/officeDocument/2006/relationships/slide" Target="slide7.xml"/><Relationship Id="rId17" Type="http://schemas.openxmlformats.org/officeDocument/2006/relationships/slide" Target="slide7.xml"/><Relationship Id="rId18" Type="http://schemas.openxmlformats.org/officeDocument/2006/relationships/slide" Target="slide8.xml"/><Relationship Id="rId19" Type="http://schemas.openxmlformats.org/officeDocument/2006/relationships/slide" Target="slide8.xml"/><Relationship Id="rId1" Type="http://schemas.openxmlformats.org/officeDocument/2006/relationships/image" Target="../media/image-2-1.png"/><Relationship Id="rId2" Type="http://schemas.openxmlformats.org/officeDocument/2006/relationships/image" Target="../media/image-1-1.png"/><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1-11.png"/><Relationship Id="rId20" Type="http://schemas.openxmlformats.org/officeDocument/2006/relationships/slideLayout" Target="../slideLayouts/slideLayout2.xml"/><Relationship Id="rId2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9" Type="http://schemas.openxmlformats.org/officeDocument/2006/relationships/slide" Target="slide11.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5.xml"/><Relationship Id="rId19" Type="http://schemas.openxmlformats.org/officeDocument/2006/relationships/slide" Target="slide16.xml"/><Relationship Id="rId20" Type="http://schemas.openxmlformats.org/officeDocument/2006/relationships/slide" Target="slide16.xml"/><Relationship Id="rId1" Type="http://schemas.openxmlformats.org/officeDocument/2006/relationships/image" Target="../media/image-2-1.png"/><Relationship Id="rId2" Type="http://schemas.openxmlformats.org/officeDocument/2006/relationships/image" Target="../media/image-10-2.png"/><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1-9.png"/><Relationship Id="rId8" Type="http://schemas.openxmlformats.org/officeDocument/2006/relationships/image" Target="../media/image-1-11.png"/><Relationship Id="rId21" Type="http://schemas.openxmlformats.org/officeDocument/2006/relationships/slideLayout" Target="../slideLayouts/slideLayout2.xml"/><Relationship Id="rId2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 Target="slide11.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6.xml"/><Relationship Id="rId1" Type="http://schemas.openxmlformats.org/officeDocument/2006/relationships/image" Target="../media/image-2-1.png"/><Relationship Id="rId2" Type="http://schemas.openxmlformats.org/officeDocument/2006/relationships/image" Target="../media/image-11-2.png"/><Relationship Id="rId9" Type="http://schemas.openxmlformats.org/officeDocument/2006/relationships/image" Target="../media/image-1-1.pn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 Target="slide11.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6.xml"/><Relationship Id="rId1" Type="http://schemas.openxmlformats.org/officeDocument/2006/relationships/image" Target="../media/image-2-1.png"/><Relationship Id="rId2" Type="http://schemas.openxmlformats.org/officeDocument/2006/relationships/image" Target="../media/image-11-2.png"/><Relationship Id="rId9" Type="http://schemas.openxmlformats.org/officeDocument/2006/relationships/image" Target="../media/image-1-3.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 Target="slide11.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6.xml"/><Relationship Id="rId1" Type="http://schemas.openxmlformats.org/officeDocument/2006/relationships/image" Target="../media/image-2-1.png"/><Relationship Id="rId2" Type="http://schemas.openxmlformats.org/officeDocument/2006/relationships/image" Target="../media/image-11-2.png"/><Relationship Id="rId9" Type="http://schemas.openxmlformats.org/officeDocument/2006/relationships/image" Target="../media/image-1-5.png"/><Relationship Id="rId10" Type="http://schemas.openxmlformats.org/officeDocument/2006/relationships/slideLayout" Target="../slideLayouts/slideLayout2.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 Target="slide11.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6.xml"/><Relationship Id="rId1" Type="http://schemas.openxmlformats.org/officeDocument/2006/relationships/image" Target="../media/image-2-1.png"/><Relationship Id="rId2" Type="http://schemas.openxmlformats.org/officeDocument/2006/relationships/image" Target="../media/image-11-2.png"/><Relationship Id="rId9" Type="http://schemas.openxmlformats.org/officeDocument/2006/relationships/image" Target="../media/image-1-7.png"/><Relationship Id="rId10" Type="http://schemas.openxmlformats.org/officeDocument/2006/relationships/slideLayout" Target="../slideLayouts/slideLayout2.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 Target="slide11.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6.xml"/><Relationship Id="rId1" Type="http://schemas.openxmlformats.org/officeDocument/2006/relationships/image" Target="../media/image-2-1.png"/><Relationship Id="rId2" Type="http://schemas.openxmlformats.org/officeDocument/2006/relationships/image" Target="../media/image-11-2.png"/><Relationship Id="rId9" Type="http://schemas.openxmlformats.org/officeDocument/2006/relationships/image" Target="../media/image-1-9.png"/><Relationship Id="rId10" Type="http://schemas.openxmlformats.org/officeDocument/2006/relationships/slideLayout" Target="../slideLayouts/slideLayout2.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 Target="slide11.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6.xml"/><Relationship Id="rId1" Type="http://schemas.openxmlformats.org/officeDocument/2006/relationships/image" Target="../media/image-2-1.png"/><Relationship Id="rId2" Type="http://schemas.openxmlformats.org/officeDocument/2006/relationships/image" Target="../media/image-11-2.png"/><Relationship Id="rId9" Type="http://schemas.openxmlformats.org/officeDocument/2006/relationships/image" Target="../media/image-1-11.png"/><Relationship Id="rId10" Type="http://schemas.openxmlformats.org/officeDocument/2006/relationships/slideLayout" Target="../slideLayouts/slideLayout2.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9" Type="http://schemas.openxmlformats.org/officeDocument/2006/relationships/slide" Target="slide11.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2.xml"/><Relationship Id="rId13" Type="http://schemas.openxmlformats.org/officeDocument/2006/relationships/slide" Target="slide13.xml"/><Relationship Id="rId14" Type="http://schemas.openxmlformats.org/officeDocument/2006/relationships/slide" Target="slide13.xml"/><Relationship Id="rId15" Type="http://schemas.openxmlformats.org/officeDocument/2006/relationships/slide" Target="slide14.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5.xml"/><Relationship Id="rId19" Type="http://schemas.openxmlformats.org/officeDocument/2006/relationships/slide" Target="slide16.xml"/><Relationship Id="rId20" Type="http://schemas.openxmlformats.org/officeDocument/2006/relationships/slide" Target="slide16.xml"/><Relationship Id="rId1" Type="http://schemas.openxmlformats.org/officeDocument/2006/relationships/image" Target="../media/image-2-1.png"/><Relationship Id="rId2" Type="http://schemas.openxmlformats.org/officeDocument/2006/relationships/image" Target="../media/image-10-2.png"/><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1-9.png"/><Relationship Id="rId8" Type="http://schemas.openxmlformats.org/officeDocument/2006/relationships/image" Target="../media/image-1-11.png"/><Relationship Id="rId21" Type="http://schemas.openxmlformats.org/officeDocument/2006/relationships/slideLayout" Target="../slideLayouts/slideLayout2.xml"/><Relationship Id="rId2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4"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5" name="obj-1"/>
          <p:cNvSpPr/>
          <p:nvPr/>
        </p:nvSpPr>
        <p:spPr>
          <a:xfrm>
            <a:off x="548640" y="2084832"/>
            <a:ext cx="10984687" cy="0"/>
          </a:xfrm>
          <a:prstGeom prst="line">
            <a:avLst/>
          </a:prstGeom>
          <a:noFill/>
          <a:ln w="19050">
            <a:solidFill>
              <a:schemeClr val="accent1">
                <a:alpha val="55000"/>
              </a:schemeClr>
            </a:solidFill>
            <a:prstDash val="solid"/>
            <a:tailEnd type="triangle"/>
          </a:ln>
        </p:spPr>
      </p:sp>
      <p:sp>
        <p:nvSpPr>
          <p:cNvPr id="6" name="obj-2"/>
          <p:cNvSpPr/>
          <p:nvPr/>
        </p:nvSpPr>
        <p:spPr>
          <a:xfrm>
            <a:off x="1357884" y="1865376"/>
            <a:ext cx="438912" cy="438912"/>
          </a:xfrm>
          <a:prstGeom prst="ellipse">
            <a:avLst/>
          </a:prstGeom>
          <a:solidFill>
            <a:schemeClr val="accent1">
              <a:alpha val="15000"/>
            </a:schemeClr>
          </a:solidFill>
          <a:ln/>
        </p:spPr>
      </p:sp>
      <p:sp>
        <p:nvSpPr>
          <p:cNvPr id="7" name="obj-3"/>
          <p:cNvSpPr/>
          <p:nvPr/>
        </p:nvSpPr>
        <p:spPr>
          <a:xfrm>
            <a:off x="1431036" y="1938528"/>
            <a:ext cx="292608" cy="292608"/>
          </a:xfrm>
          <a:prstGeom prst="ellipse">
            <a:avLst/>
          </a:prstGeom>
          <a:solidFill>
            <a:schemeClr val="accent1"/>
          </a:solidFill>
          <a:ln/>
        </p:spPr>
      </p:sp>
      <p:sp>
        <p:nvSpPr>
          <p:cNvPr id="8" name="obj-4"/>
          <p:cNvSpPr txBox="1"/>
          <p:nvPr/>
        </p:nvSpPr>
        <p:spPr>
          <a:xfrm>
            <a:off x="1431036" y="193852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obj-5"/>
          <p:cNvSpPr/>
          <p:nvPr/>
        </p:nvSpPr>
        <p:spPr>
          <a:xfrm>
            <a:off x="548640" y="2331720"/>
            <a:ext cx="2057400" cy="2194560"/>
          </a:xfrm>
          <a:prstGeom prst="roundRect">
            <a:avLst>
              <a:gd name="adj" fmla="val 6222"/>
            </a:avLst>
          </a:prstGeom>
          <a:solidFill>
            <a:schemeClr val="bg1"/>
          </a:solidFill>
          <a:ln/>
          <a:effectLst>
            <a:outerShdw sx="100000" sy="100000" kx="0" ky="0" algn="bl" rotWithShape="0" blurRad="203200" dist="38100" dir="5400000">
              <a:srgbClr val="0A1628">
                <a:alpha val="10000"/>
              </a:srgbClr>
            </a:outerShdw>
          </a:effectLst>
        </p:spPr>
      </p:sp>
      <p:pic>
        <p:nvPicPr>
          <p:cNvPr id="10" name="obj-6" descr="/tmp/claude-0/-home-user-sgqy/b70fb111-7300-56ba-abe4-4b6e17d8c33e/scratchpad/assets/v5/t1.png">    </p:cNvPr>
          <p:cNvPicPr>
            <a:picLocks noChangeAspect="1"/>
          </p:cNvPicPr>
          <p:nvPr/>
        </p:nvPicPr>
        <p:blipFill>
          <a:blip r:embed="rId1"/>
          <a:stretch>
            <a:fillRect/>
          </a:stretch>
        </p:blipFill>
        <p:spPr>
          <a:xfrm>
            <a:off x="621792" y="2404872"/>
            <a:ext cx="1911096" cy="1329458"/>
          </a:xfrm>
          <a:prstGeom prst="rect">
            <a:avLst/>
          </a:prstGeom>
        </p:spPr>
      </p:pic>
      <p:sp>
        <p:nvSpPr>
          <p:cNvPr id="11" name="obj-7"/>
          <p:cNvSpPr txBox="1"/>
          <p:nvPr/>
        </p:nvSpPr>
        <p:spPr>
          <a:xfrm>
            <a:off x="694944" y="3844058"/>
            <a:ext cx="1783080" cy="292608"/>
          </a:xfrm>
          <a:prstGeom prst="rect">
            <a:avLst/>
          </a:prstGeom>
          <a:noFill/>
          <a:ln/>
        </p:spPr>
        <p:txBody>
          <a:bodyPr wrap="square" lIns="0" tIns="0" rIns="0" bIns="0" rtlCol="0" anchor="ctr"/>
          <a:lstStyle/>
          <a:p>
            <a:pPr indent="0" marL="0">
              <a:buNone/>
            </a:pPr>
            <a:r>
              <a:rPr lang="en-US" sz="1500" b="1" dirty="0">
                <a:solidFill>
                  <a:schemeClr val="tx1"/>
                </a:solidFill>
              </a:rPr>
              <a:t>Enrol at home</a:t>
            </a:r>
            <a:endParaRPr lang="en-US" sz="1500" dirty="0"/>
          </a:p>
        </p:txBody>
      </p:sp>
      <p:pic>
        <p:nvPicPr>
          <p:cNvPr id="12" name="obj-8" descr="preencoded.png">    </p:cNvPr>
          <p:cNvPicPr>
            <a:picLocks noChangeAspect="1"/>
          </p:cNvPicPr>
          <p:nvPr/>
        </p:nvPicPr>
        <p:blipFill>
          <a:blip r:embed="rId2"/>
          <a:stretch>
            <a:fillRect/>
          </a:stretch>
        </p:blipFill>
        <p:spPr>
          <a:xfrm>
            <a:off x="694944" y="4191530"/>
            <a:ext cx="219456" cy="219456"/>
          </a:xfrm>
          <a:prstGeom prst="rect">
            <a:avLst/>
          </a:prstGeom>
        </p:spPr>
      </p:pic>
      <p:sp>
        <p:nvSpPr>
          <p:cNvPr id="13" name="obj-9"/>
          <p:cNvSpPr txBox="1"/>
          <p:nvPr/>
        </p:nvSpPr>
        <p:spPr>
          <a:xfrm>
            <a:off x="987552" y="4154954"/>
            <a:ext cx="1545336" cy="292608"/>
          </a:xfrm>
          <a:prstGeom prst="rect">
            <a:avLst/>
          </a:prstGeom>
          <a:noFill/>
          <a:ln/>
        </p:spPr>
        <p:txBody>
          <a:bodyPr wrap="square" lIns="0" tIns="0" rIns="0" bIns="0" rtlCol="0" anchor="ctr"/>
          <a:lstStyle/>
          <a:p>
            <a:pPr indent="0" marL="0">
              <a:buNone/>
            </a:pPr>
            <a:r>
              <a:rPr lang="en-US" sz="1100" b="1" dirty="0">
                <a:solidFill>
                  <a:schemeClr val="accent1"/>
                </a:solidFill>
              </a:rPr>
              <a:t>FastPass Mobile App</a:t>
            </a:r>
            <a:endParaRPr lang="en-US" sz="1100" dirty="0"/>
          </a:p>
        </p:txBody>
      </p:sp>
      <p:sp>
        <p:nvSpPr>
          <p:cNvPr id="14" name="obj-10"/>
          <p:cNvSpPr/>
          <p:nvPr/>
        </p:nvSpPr>
        <p:spPr>
          <a:xfrm>
            <a:off x="1577340" y="4526280"/>
            <a:ext cx="914" cy="228600"/>
          </a:xfrm>
          <a:prstGeom prst="line">
            <a:avLst/>
          </a:prstGeom>
          <a:noFill/>
          <a:ln w="12700">
            <a:solidFill>
              <a:schemeClr val="accent1">
                <a:alpha val="80000"/>
              </a:schemeClr>
            </a:solidFill>
            <a:prstDash val="sysDot"/>
          </a:ln>
        </p:spPr>
      </p:sp>
      <p:sp>
        <p:nvSpPr>
          <p:cNvPr id="15" name="obj-11"/>
          <p:cNvSpPr/>
          <p:nvPr/>
        </p:nvSpPr>
        <p:spPr>
          <a:xfrm>
            <a:off x="1536192" y="4713732"/>
            <a:ext cx="82296" cy="82296"/>
          </a:xfrm>
          <a:prstGeom prst="ellipse">
            <a:avLst/>
          </a:prstGeom>
          <a:solidFill>
            <a:schemeClr val="accent1"/>
          </a:solidFill>
          <a:ln/>
        </p:spPr>
      </p:sp>
      <p:sp>
        <p:nvSpPr>
          <p:cNvPr id="16" name="obj-12"/>
          <p:cNvSpPr/>
          <p:nvPr/>
        </p:nvSpPr>
        <p:spPr>
          <a:xfrm>
            <a:off x="3617138" y="1865376"/>
            <a:ext cx="438912" cy="438912"/>
          </a:xfrm>
          <a:prstGeom prst="ellipse">
            <a:avLst/>
          </a:prstGeom>
          <a:solidFill>
            <a:schemeClr val="accent1">
              <a:alpha val="15000"/>
            </a:schemeClr>
          </a:solidFill>
          <a:ln/>
        </p:spPr>
      </p:sp>
      <p:sp>
        <p:nvSpPr>
          <p:cNvPr id="17" name="obj-13"/>
          <p:cNvSpPr/>
          <p:nvPr/>
        </p:nvSpPr>
        <p:spPr>
          <a:xfrm>
            <a:off x="3690290" y="1938528"/>
            <a:ext cx="292608" cy="292608"/>
          </a:xfrm>
          <a:prstGeom prst="ellipse">
            <a:avLst/>
          </a:prstGeom>
          <a:solidFill>
            <a:schemeClr val="accent1"/>
          </a:solidFill>
          <a:ln/>
        </p:spPr>
      </p:sp>
      <p:sp>
        <p:nvSpPr>
          <p:cNvPr id="18" name="obj-14"/>
          <p:cNvSpPr txBox="1"/>
          <p:nvPr/>
        </p:nvSpPr>
        <p:spPr>
          <a:xfrm>
            <a:off x="3690290" y="193852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9" name="obj-15"/>
          <p:cNvSpPr/>
          <p:nvPr/>
        </p:nvSpPr>
        <p:spPr>
          <a:xfrm>
            <a:off x="2807894" y="2331720"/>
            <a:ext cx="2057400" cy="2194560"/>
          </a:xfrm>
          <a:prstGeom prst="roundRect">
            <a:avLst>
              <a:gd name="adj" fmla="val 6222"/>
            </a:avLst>
          </a:prstGeom>
          <a:solidFill>
            <a:schemeClr val="bg1"/>
          </a:solidFill>
          <a:ln/>
          <a:effectLst>
            <a:outerShdw sx="100000" sy="100000" kx="0" ky="0" algn="bl" rotWithShape="0" blurRad="203200" dist="38100" dir="5400000">
              <a:srgbClr val="0A1628">
                <a:alpha val="10000"/>
              </a:srgbClr>
            </a:outerShdw>
          </a:effectLst>
        </p:spPr>
      </p:sp>
      <p:pic>
        <p:nvPicPr>
          <p:cNvPr id="20" name="obj-16" descr="/tmp/claude-0/-home-user-sgqy/b70fb111-7300-56ba-abe4-4b6e17d8c33e/scratchpad/assets/v5/t2.png">    </p:cNvPr>
          <p:cNvPicPr>
            <a:picLocks noChangeAspect="1"/>
          </p:cNvPicPr>
          <p:nvPr/>
        </p:nvPicPr>
        <p:blipFill>
          <a:blip r:embed="rId3"/>
          <a:stretch>
            <a:fillRect/>
          </a:stretch>
        </p:blipFill>
        <p:spPr>
          <a:xfrm>
            <a:off x="2881046" y="2404872"/>
            <a:ext cx="1911096" cy="1329458"/>
          </a:xfrm>
          <a:prstGeom prst="rect">
            <a:avLst/>
          </a:prstGeom>
        </p:spPr>
      </p:pic>
      <p:sp>
        <p:nvSpPr>
          <p:cNvPr id="21" name="obj-17"/>
          <p:cNvSpPr txBox="1"/>
          <p:nvPr/>
        </p:nvSpPr>
        <p:spPr>
          <a:xfrm>
            <a:off x="2954198" y="3844058"/>
            <a:ext cx="1783080" cy="292608"/>
          </a:xfrm>
          <a:prstGeom prst="rect">
            <a:avLst/>
          </a:prstGeom>
          <a:noFill/>
          <a:ln/>
        </p:spPr>
        <p:txBody>
          <a:bodyPr wrap="square" lIns="0" tIns="0" rIns="0" bIns="0" rtlCol="0" anchor="ctr"/>
          <a:lstStyle/>
          <a:p>
            <a:pPr indent="0" marL="0">
              <a:buNone/>
            </a:pPr>
            <a:r>
              <a:rPr lang="en-US" sz="1500" b="1" dirty="0">
                <a:solidFill>
                  <a:schemeClr val="tx1"/>
                </a:solidFill>
              </a:rPr>
              <a:t>Approach</a:t>
            </a:r>
            <a:endParaRPr lang="en-US" sz="1500" dirty="0"/>
          </a:p>
        </p:txBody>
      </p:sp>
      <p:pic>
        <p:nvPicPr>
          <p:cNvPr id="22" name="obj-18" descr="preencoded.png">    </p:cNvPr>
          <p:cNvPicPr>
            <a:picLocks noChangeAspect="1"/>
          </p:cNvPicPr>
          <p:nvPr/>
        </p:nvPicPr>
        <p:blipFill>
          <a:blip r:embed="rId4"/>
          <a:stretch>
            <a:fillRect/>
          </a:stretch>
        </p:blipFill>
        <p:spPr>
          <a:xfrm>
            <a:off x="2954198" y="4191530"/>
            <a:ext cx="219456" cy="219456"/>
          </a:xfrm>
          <a:prstGeom prst="rect">
            <a:avLst/>
          </a:prstGeom>
        </p:spPr>
      </p:pic>
      <p:sp>
        <p:nvSpPr>
          <p:cNvPr id="23" name="obj-19"/>
          <p:cNvSpPr txBox="1"/>
          <p:nvPr/>
        </p:nvSpPr>
        <p:spPr>
          <a:xfrm>
            <a:off x="3246806" y="4154954"/>
            <a:ext cx="1545336" cy="292608"/>
          </a:xfrm>
          <a:prstGeom prst="rect">
            <a:avLst/>
          </a:prstGeom>
          <a:noFill/>
          <a:ln/>
        </p:spPr>
        <p:txBody>
          <a:bodyPr wrap="square" lIns="0" tIns="0" rIns="0" bIns="0" rtlCol="0" anchor="ctr"/>
          <a:lstStyle/>
          <a:p>
            <a:pPr indent="0" marL="0">
              <a:buNone/>
            </a:pPr>
            <a:r>
              <a:rPr lang="en-US" sz="1100" b="1" dirty="0">
                <a:solidFill>
                  <a:schemeClr val="accent1"/>
                </a:solidFill>
              </a:rPr>
              <a:t>BLE lane pairing</a:t>
            </a:r>
            <a:endParaRPr lang="en-US" sz="1100" dirty="0"/>
          </a:p>
        </p:txBody>
      </p:sp>
      <p:sp>
        <p:nvSpPr>
          <p:cNvPr id="24" name="obj-20"/>
          <p:cNvSpPr/>
          <p:nvPr/>
        </p:nvSpPr>
        <p:spPr>
          <a:xfrm>
            <a:off x="3836594" y="4526280"/>
            <a:ext cx="914" cy="228600"/>
          </a:xfrm>
          <a:prstGeom prst="line">
            <a:avLst/>
          </a:prstGeom>
          <a:noFill/>
          <a:ln w="12700">
            <a:solidFill>
              <a:schemeClr val="accent1">
                <a:alpha val="80000"/>
              </a:schemeClr>
            </a:solidFill>
            <a:prstDash val="sysDot"/>
          </a:ln>
        </p:spPr>
      </p:sp>
      <p:sp>
        <p:nvSpPr>
          <p:cNvPr id="25" name="obj-21"/>
          <p:cNvSpPr/>
          <p:nvPr/>
        </p:nvSpPr>
        <p:spPr>
          <a:xfrm>
            <a:off x="3795446" y="4713732"/>
            <a:ext cx="82296" cy="82296"/>
          </a:xfrm>
          <a:prstGeom prst="ellipse">
            <a:avLst/>
          </a:prstGeom>
          <a:solidFill>
            <a:schemeClr val="accent1"/>
          </a:solidFill>
          <a:ln/>
        </p:spPr>
      </p:sp>
      <p:sp>
        <p:nvSpPr>
          <p:cNvPr id="26" name="obj-22"/>
          <p:cNvSpPr/>
          <p:nvPr/>
        </p:nvSpPr>
        <p:spPr>
          <a:xfrm>
            <a:off x="5876392" y="1865376"/>
            <a:ext cx="438912" cy="438912"/>
          </a:xfrm>
          <a:prstGeom prst="ellipse">
            <a:avLst/>
          </a:prstGeom>
          <a:solidFill>
            <a:schemeClr val="accent1">
              <a:alpha val="15000"/>
            </a:schemeClr>
          </a:solidFill>
          <a:ln/>
        </p:spPr>
      </p:sp>
      <p:sp>
        <p:nvSpPr>
          <p:cNvPr id="27" name="obj-23"/>
          <p:cNvSpPr/>
          <p:nvPr/>
        </p:nvSpPr>
        <p:spPr>
          <a:xfrm>
            <a:off x="5949544" y="1938528"/>
            <a:ext cx="292608" cy="292608"/>
          </a:xfrm>
          <a:prstGeom prst="ellipse">
            <a:avLst/>
          </a:prstGeom>
          <a:solidFill>
            <a:schemeClr val="accent1"/>
          </a:solidFill>
          <a:ln/>
        </p:spPr>
      </p:sp>
      <p:sp>
        <p:nvSpPr>
          <p:cNvPr id="28" name="obj-24"/>
          <p:cNvSpPr txBox="1"/>
          <p:nvPr/>
        </p:nvSpPr>
        <p:spPr>
          <a:xfrm>
            <a:off x="5949544" y="193852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9" name="obj-25"/>
          <p:cNvSpPr/>
          <p:nvPr/>
        </p:nvSpPr>
        <p:spPr>
          <a:xfrm>
            <a:off x="5067148" y="2331720"/>
            <a:ext cx="2057400" cy="2194560"/>
          </a:xfrm>
          <a:prstGeom prst="roundRect">
            <a:avLst>
              <a:gd name="adj" fmla="val 6222"/>
            </a:avLst>
          </a:prstGeom>
          <a:solidFill>
            <a:schemeClr val="bg1"/>
          </a:solidFill>
          <a:ln/>
          <a:effectLst>
            <a:outerShdw sx="100000" sy="100000" kx="0" ky="0" algn="bl" rotWithShape="0" blurRad="203200" dist="38100" dir="5400000">
              <a:srgbClr val="0A1628">
                <a:alpha val="10000"/>
              </a:srgbClr>
            </a:outerShdw>
          </a:effectLst>
        </p:spPr>
      </p:sp>
      <p:pic>
        <p:nvPicPr>
          <p:cNvPr id="30" name="obj-26" descr="/tmp/claude-0/-home-user-sgqy/b70fb111-7300-56ba-abe4-4b6e17d8c33e/scratchpad/assets/v5/t3.png">    </p:cNvPr>
          <p:cNvPicPr>
            <a:picLocks noChangeAspect="1"/>
          </p:cNvPicPr>
          <p:nvPr/>
        </p:nvPicPr>
        <p:blipFill>
          <a:blip r:embed="rId5"/>
          <a:stretch>
            <a:fillRect/>
          </a:stretch>
        </p:blipFill>
        <p:spPr>
          <a:xfrm>
            <a:off x="5140300" y="2404872"/>
            <a:ext cx="1911096" cy="1329458"/>
          </a:xfrm>
          <a:prstGeom prst="rect">
            <a:avLst/>
          </a:prstGeom>
        </p:spPr>
      </p:pic>
      <p:sp>
        <p:nvSpPr>
          <p:cNvPr id="31" name="obj-27"/>
          <p:cNvSpPr txBox="1"/>
          <p:nvPr/>
        </p:nvSpPr>
        <p:spPr>
          <a:xfrm>
            <a:off x="5213452" y="3844058"/>
            <a:ext cx="1783080" cy="292608"/>
          </a:xfrm>
          <a:prstGeom prst="rect">
            <a:avLst/>
          </a:prstGeom>
          <a:noFill/>
          <a:ln/>
        </p:spPr>
        <p:txBody>
          <a:bodyPr wrap="square" lIns="0" tIns="0" rIns="0" bIns="0" rtlCol="0" anchor="ctr"/>
          <a:lstStyle/>
          <a:p>
            <a:pPr indent="0" marL="0">
              <a:buNone/>
            </a:pPr>
            <a:r>
              <a:rPr lang="en-US" sz="1500" b="1" dirty="0">
                <a:solidFill>
                  <a:schemeClr val="tx1"/>
                </a:solidFill>
              </a:rPr>
              <a:t>Walk through</a:t>
            </a:r>
            <a:endParaRPr lang="en-US" sz="1500" dirty="0"/>
          </a:p>
        </p:txBody>
      </p:sp>
      <p:pic>
        <p:nvPicPr>
          <p:cNvPr id="32" name="obj-28" descr="preencoded.png">    </p:cNvPr>
          <p:cNvPicPr>
            <a:picLocks noChangeAspect="1"/>
          </p:cNvPicPr>
          <p:nvPr/>
        </p:nvPicPr>
        <p:blipFill>
          <a:blip r:embed="rId6"/>
          <a:stretch>
            <a:fillRect/>
          </a:stretch>
        </p:blipFill>
        <p:spPr>
          <a:xfrm>
            <a:off x="5213452" y="4191530"/>
            <a:ext cx="219456" cy="219456"/>
          </a:xfrm>
          <a:prstGeom prst="rect">
            <a:avLst/>
          </a:prstGeom>
        </p:spPr>
      </p:pic>
      <p:sp>
        <p:nvSpPr>
          <p:cNvPr id="33" name="obj-29"/>
          <p:cNvSpPr txBox="1"/>
          <p:nvPr/>
        </p:nvSpPr>
        <p:spPr>
          <a:xfrm>
            <a:off x="5506060" y="4154954"/>
            <a:ext cx="1545336" cy="292608"/>
          </a:xfrm>
          <a:prstGeom prst="rect">
            <a:avLst/>
          </a:prstGeom>
          <a:noFill/>
          <a:ln/>
        </p:spPr>
        <p:txBody>
          <a:bodyPr wrap="square" lIns="0" tIns="0" rIns="0" bIns="0" rtlCol="0" anchor="ctr"/>
          <a:lstStyle/>
          <a:p>
            <a:pPr indent="0" marL="0">
              <a:buNone/>
            </a:pPr>
            <a:r>
              <a:rPr lang="en-US" sz="1100" b="1" dirty="0">
                <a:solidFill>
                  <a:schemeClr val="accent1"/>
                </a:solidFill>
              </a:rPr>
              <a:t>Biometric E-Gate</a:t>
            </a:r>
            <a:endParaRPr lang="en-US" sz="1100" dirty="0"/>
          </a:p>
        </p:txBody>
      </p:sp>
      <p:sp>
        <p:nvSpPr>
          <p:cNvPr id="34" name="obj-30"/>
          <p:cNvSpPr/>
          <p:nvPr/>
        </p:nvSpPr>
        <p:spPr>
          <a:xfrm>
            <a:off x="5231740" y="3350282"/>
            <a:ext cx="1572768" cy="274320"/>
          </a:xfrm>
          <a:prstGeom prst="roundRect">
            <a:avLst>
              <a:gd name="adj" fmla="val 50000"/>
            </a:avLst>
          </a:prstGeom>
          <a:solidFill>
            <a:srgbClr val="0E1B2D">
              <a:alpha val="92000"/>
            </a:srgbClr>
          </a:solidFill>
          <a:ln w="9525">
            <a:solidFill>
              <a:schemeClr val="accent2"/>
            </a:solidFill>
            <a:prstDash val="solid"/>
          </a:ln>
        </p:spPr>
      </p:sp>
      <p:sp>
        <p:nvSpPr>
          <p:cNvPr id="35" name="obj-31"/>
          <p:cNvSpPr/>
          <p:nvPr/>
        </p:nvSpPr>
        <p:spPr>
          <a:xfrm>
            <a:off x="5323180" y="3441722"/>
            <a:ext cx="91440" cy="91440"/>
          </a:xfrm>
          <a:prstGeom prst="ellipse">
            <a:avLst/>
          </a:prstGeom>
          <a:solidFill>
            <a:srgbClr val="35C46A"/>
          </a:solidFill>
          <a:ln/>
        </p:spPr>
      </p:sp>
      <p:sp>
        <p:nvSpPr>
          <p:cNvPr id="36" name="obj-32"/>
          <p:cNvSpPr txBox="1"/>
          <p:nvPr/>
        </p:nvSpPr>
        <p:spPr>
          <a:xfrm>
            <a:off x="5469484" y="3350282"/>
            <a:ext cx="1316736" cy="274320"/>
          </a:xfrm>
          <a:prstGeom prst="rect">
            <a:avLst/>
          </a:prstGeom>
          <a:noFill/>
          <a:ln/>
        </p:spPr>
        <p:txBody>
          <a:bodyPr wrap="square" lIns="0" tIns="0" rIns="0" bIns="0" rtlCol="0" anchor="ctr"/>
          <a:lstStyle/>
          <a:p>
            <a:pPr indent="0" marL="0">
              <a:buNone/>
            </a:pPr>
            <a:r>
              <a:rPr lang="en-US" sz="900" b="1" dirty="0">
                <a:solidFill>
                  <a:srgbClr val="FFFFFF"/>
                </a:solidFill>
              </a:rPr>
              <a:t>Status TV: CLEARED</a:t>
            </a:r>
            <a:endParaRPr lang="en-US" sz="900" dirty="0"/>
          </a:p>
        </p:txBody>
      </p:sp>
      <p:sp>
        <p:nvSpPr>
          <p:cNvPr id="37" name="obj-33"/>
          <p:cNvSpPr/>
          <p:nvPr/>
        </p:nvSpPr>
        <p:spPr>
          <a:xfrm>
            <a:off x="6095848" y="4526280"/>
            <a:ext cx="914" cy="228600"/>
          </a:xfrm>
          <a:prstGeom prst="line">
            <a:avLst/>
          </a:prstGeom>
          <a:noFill/>
          <a:ln w="12700">
            <a:solidFill>
              <a:schemeClr val="accent1">
                <a:alpha val="80000"/>
              </a:schemeClr>
            </a:solidFill>
            <a:prstDash val="sysDot"/>
          </a:ln>
        </p:spPr>
      </p:sp>
      <p:sp>
        <p:nvSpPr>
          <p:cNvPr id="38" name="obj-34"/>
          <p:cNvSpPr/>
          <p:nvPr/>
        </p:nvSpPr>
        <p:spPr>
          <a:xfrm>
            <a:off x="6054700" y="4713732"/>
            <a:ext cx="82296" cy="82296"/>
          </a:xfrm>
          <a:prstGeom prst="ellipse">
            <a:avLst/>
          </a:prstGeom>
          <a:solidFill>
            <a:schemeClr val="accent1"/>
          </a:solidFill>
          <a:ln/>
        </p:spPr>
      </p:sp>
      <p:sp>
        <p:nvSpPr>
          <p:cNvPr id="39" name="obj-35"/>
          <p:cNvSpPr/>
          <p:nvPr/>
        </p:nvSpPr>
        <p:spPr>
          <a:xfrm>
            <a:off x="8135645" y="1865376"/>
            <a:ext cx="438912" cy="438912"/>
          </a:xfrm>
          <a:prstGeom prst="ellipse">
            <a:avLst/>
          </a:prstGeom>
          <a:solidFill>
            <a:schemeClr val="accent1">
              <a:alpha val="15000"/>
            </a:schemeClr>
          </a:solidFill>
          <a:ln/>
        </p:spPr>
      </p:sp>
      <p:sp>
        <p:nvSpPr>
          <p:cNvPr id="40" name="obj-36"/>
          <p:cNvSpPr/>
          <p:nvPr/>
        </p:nvSpPr>
        <p:spPr>
          <a:xfrm>
            <a:off x="8208797" y="1938528"/>
            <a:ext cx="292608" cy="292608"/>
          </a:xfrm>
          <a:prstGeom prst="ellipse">
            <a:avLst/>
          </a:prstGeom>
          <a:solidFill>
            <a:schemeClr val="accent1"/>
          </a:solidFill>
          <a:ln/>
        </p:spPr>
      </p:sp>
      <p:sp>
        <p:nvSpPr>
          <p:cNvPr id="41" name="obj-37"/>
          <p:cNvSpPr txBox="1"/>
          <p:nvPr/>
        </p:nvSpPr>
        <p:spPr>
          <a:xfrm>
            <a:off x="8208797" y="193852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2" name="obj-38"/>
          <p:cNvSpPr/>
          <p:nvPr/>
        </p:nvSpPr>
        <p:spPr>
          <a:xfrm>
            <a:off x="7326401" y="2331720"/>
            <a:ext cx="2057400" cy="2194560"/>
          </a:xfrm>
          <a:prstGeom prst="roundRect">
            <a:avLst>
              <a:gd name="adj" fmla="val 6222"/>
            </a:avLst>
          </a:prstGeom>
          <a:solidFill>
            <a:schemeClr val="bg1"/>
          </a:solidFill>
          <a:ln/>
          <a:effectLst>
            <a:outerShdw sx="100000" sy="100000" kx="0" ky="0" algn="bl" rotWithShape="0" blurRad="203200" dist="38100" dir="5400000">
              <a:srgbClr val="0A1628">
                <a:alpha val="10000"/>
              </a:srgbClr>
            </a:outerShdw>
          </a:effectLst>
        </p:spPr>
      </p:sp>
      <p:pic>
        <p:nvPicPr>
          <p:cNvPr id="43" name="obj-39" descr="/tmp/claude-0/-home-user-sgqy/b70fb111-7300-56ba-abe4-4b6e17d8c33e/scratchpad/assets/v5/t4.png">    </p:cNvPr>
          <p:cNvPicPr>
            <a:picLocks noChangeAspect="1"/>
          </p:cNvPicPr>
          <p:nvPr/>
        </p:nvPicPr>
        <p:blipFill>
          <a:blip r:embed="rId7"/>
          <a:stretch>
            <a:fillRect/>
          </a:stretch>
        </p:blipFill>
        <p:spPr>
          <a:xfrm>
            <a:off x="7399553" y="2404872"/>
            <a:ext cx="1911096" cy="1329458"/>
          </a:xfrm>
          <a:prstGeom prst="rect">
            <a:avLst/>
          </a:prstGeom>
        </p:spPr>
      </p:pic>
      <p:sp>
        <p:nvSpPr>
          <p:cNvPr id="44" name="obj-40"/>
          <p:cNvSpPr txBox="1"/>
          <p:nvPr/>
        </p:nvSpPr>
        <p:spPr>
          <a:xfrm>
            <a:off x="7472705" y="3844058"/>
            <a:ext cx="1783080" cy="292608"/>
          </a:xfrm>
          <a:prstGeom prst="rect">
            <a:avLst/>
          </a:prstGeom>
          <a:noFill/>
          <a:ln/>
        </p:spPr>
        <p:txBody>
          <a:bodyPr wrap="square" lIns="0" tIns="0" rIns="0" bIns="0" rtlCol="0" anchor="ctr"/>
          <a:lstStyle/>
          <a:p>
            <a:pPr indent="0" marL="0">
              <a:buNone/>
            </a:pPr>
            <a:r>
              <a:rPr lang="en-US" sz="1500" b="1" dirty="0">
                <a:solidFill>
                  <a:schemeClr val="tx1"/>
                </a:solidFill>
              </a:rPr>
              <a:t>Pre-screen</a:t>
            </a:r>
            <a:endParaRPr lang="en-US" sz="1500" dirty="0"/>
          </a:p>
        </p:txBody>
      </p:sp>
      <p:pic>
        <p:nvPicPr>
          <p:cNvPr id="45" name="obj-41" descr="preencoded.png">    </p:cNvPr>
          <p:cNvPicPr>
            <a:picLocks noChangeAspect="1"/>
          </p:cNvPicPr>
          <p:nvPr/>
        </p:nvPicPr>
        <p:blipFill>
          <a:blip r:embed="rId8"/>
          <a:stretch>
            <a:fillRect/>
          </a:stretch>
        </p:blipFill>
        <p:spPr>
          <a:xfrm>
            <a:off x="7472705" y="4191530"/>
            <a:ext cx="219456" cy="219456"/>
          </a:xfrm>
          <a:prstGeom prst="rect">
            <a:avLst/>
          </a:prstGeom>
        </p:spPr>
      </p:pic>
      <p:sp>
        <p:nvSpPr>
          <p:cNvPr id="46" name="obj-42"/>
          <p:cNvSpPr txBox="1"/>
          <p:nvPr/>
        </p:nvSpPr>
        <p:spPr>
          <a:xfrm>
            <a:off x="7765313" y="4154954"/>
            <a:ext cx="1545336" cy="292608"/>
          </a:xfrm>
          <a:prstGeom prst="rect">
            <a:avLst/>
          </a:prstGeom>
          <a:noFill/>
          <a:ln/>
        </p:spPr>
        <p:txBody>
          <a:bodyPr wrap="square" lIns="0" tIns="0" rIns="0" bIns="0" rtlCol="0" anchor="ctr"/>
          <a:lstStyle/>
          <a:p>
            <a:pPr indent="0" marL="0">
              <a:buNone/>
            </a:pPr>
            <a:r>
              <a:rPr lang="en-US" sz="1100" b="1" dirty="0">
                <a:solidFill>
                  <a:schemeClr val="accent1"/>
                </a:solidFill>
              </a:rPr>
              <a:t>Profile Check reader</a:t>
            </a:r>
            <a:endParaRPr lang="en-US" sz="1100" dirty="0"/>
          </a:p>
        </p:txBody>
      </p:sp>
      <p:sp>
        <p:nvSpPr>
          <p:cNvPr id="47" name="obj-43"/>
          <p:cNvSpPr/>
          <p:nvPr/>
        </p:nvSpPr>
        <p:spPr>
          <a:xfrm>
            <a:off x="8355101" y="4526280"/>
            <a:ext cx="914" cy="228600"/>
          </a:xfrm>
          <a:prstGeom prst="line">
            <a:avLst/>
          </a:prstGeom>
          <a:noFill/>
          <a:ln w="12700">
            <a:solidFill>
              <a:schemeClr val="accent1">
                <a:alpha val="80000"/>
              </a:schemeClr>
            </a:solidFill>
            <a:prstDash val="sysDot"/>
          </a:ln>
        </p:spPr>
      </p:sp>
      <p:sp>
        <p:nvSpPr>
          <p:cNvPr id="48" name="obj-44"/>
          <p:cNvSpPr/>
          <p:nvPr/>
        </p:nvSpPr>
        <p:spPr>
          <a:xfrm>
            <a:off x="8313953" y="4713732"/>
            <a:ext cx="82296" cy="82296"/>
          </a:xfrm>
          <a:prstGeom prst="ellipse">
            <a:avLst/>
          </a:prstGeom>
          <a:solidFill>
            <a:schemeClr val="accent1"/>
          </a:solidFill>
          <a:ln/>
        </p:spPr>
      </p:sp>
      <p:sp>
        <p:nvSpPr>
          <p:cNvPr id="49" name="obj-45"/>
          <p:cNvSpPr/>
          <p:nvPr/>
        </p:nvSpPr>
        <p:spPr>
          <a:xfrm>
            <a:off x="10394899" y="1865376"/>
            <a:ext cx="438912" cy="438912"/>
          </a:xfrm>
          <a:prstGeom prst="ellipse">
            <a:avLst/>
          </a:prstGeom>
          <a:solidFill>
            <a:schemeClr val="accent1">
              <a:alpha val="15000"/>
            </a:schemeClr>
          </a:solidFill>
          <a:ln/>
        </p:spPr>
      </p:sp>
      <p:sp>
        <p:nvSpPr>
          <p:cNvPr id="50" name="obj-46"/>
          <p:cNvSpPr/>
          <p:nvPr/>
        </p:nvSpPr>
        <p:spPr>
          <a:xfrm>
            <a:off x="10468051" y="1938528"/>
            <a:ext cx="292608" cy="292608"/>
          </a:xfrm>
          <a:prstGeom prst="ellipse">
            <a:avLst/>
          </a:prstGeom>
          <a:solidFill>
            <a:schemeClr val="accent1"/>
          </a:solidFill>
          <a:ln/>
        </p:spPr>
      </p:sp>
      <p:sp>
        <p:nvSpPr>
          <p:cNvPr id="51" name="obj-47"/>
          <p:cNvSpPr txBox="1"/>
          <p:nvPr/>
        </p:nvSpPr>
        <p:spPr>
          <a:xfrm>
            <a:off x="10468051" y="193852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52" name="obj-48"/>
          <p:cNvSpPr/>
          <p:nvPr/>
        </p:nvSpPr>
        <p:spPr>
          <a:xfrm>
            <a:off x="9585655" y="2331720"/>
            <a:ext cx="2057400" cy="2194560"/>
          </a:xfrm>
          <a:prstGeom prst="roundRect">
            <a:avLst>
              <a:gd name="adj" fmla="val 6222"/>
            </a:avLst>
          </a:prstGeom>
          <a:solidFill>
            <a:schemeClr val="bg1"/>
          </a:solidFill>
          <a:ln/>
          <a:effectLst>
            <a:outerShdw sx="100000" sy="100000" kx="0" ky="0" algn="bl" rotWithShape="0" blurRad="203200" dist="38100" dir="5400000">
              <a:srgbClr val="0A1628">
                <a:alpha val="10000"/>
              </a:srgbClr>
            </a:outerShdw>
          </a:effectLst>
        </p:spPr>
      </p:sp>
      <p:pic>
        <p:nvPicPr>
          <p:cNvPr id="53" name="obj-49" descr="/tmp/claude-0/-home-user-sgqy/b70fb111-7300-56ba-abe4-4b6e17d8c33e/scratchpad/assets/v5/t5.png">    </p:cNvPr>
          <p:cNvPicPr>
            <a:picLocks noChangeAspect="1"/>
          </p:cNvPicPr>
          <p:nvPr/>
        </p:nvPicPr>
        <p:blipFill>
          <a:blip r:embed="rId9"/>
          <a:stretch>
            <a:fillRect/>
          </a:stretch>
        </p:blipFill>
        <p:spPr>
          <a:xfrm>
            <a:off x="9658807" y="2404872"/>
            <a:ext cx="1911096" cy="1329458"/>
          </a:xfrm>
          <a:prstGeom prst="rect">
            <a:avLst/>
          </a:prstGeom>
        </p:spPr>
      </p:pic>
      <p:sp>
        <p:nvSpPr>
          <p:cNvPr id="54" name="obj-50"/>
          <p:cNvSpPr txBox="1"/>
          <p:nvPr/>
        </p:nvSpPr>
        <p:spPr>
          <a:xfrm>
            <a:off x="9731959" y="3844058"/>
            <a:ext cx="1783080" cy="292608"/>
          </a:xfrm>
          <a:prstGeom prst="rect">
            <a:avLst/>
          </a:prstGeom>
          <a:noFill/>
          <a:ln/>
        </p:spPr>
        <p:txBody>
          <a:bodyPr wrap="square" lIns="0" tIns="0" rIns="0" bIns="0" rtlCol="0" anchor="ctr"/>
          <a:lstStyle/>
          <a:p>
            <a:pPr indent="0" marL="0">
              <a:buNone/>
            </a:pPr>
            <a:r>
              <a:rPr lang="en-US" sz="1500" b="1" dirty="0">
                <a:solidFill>
                  <a:schemeClr val="tx1"/>
                </a:solidFill>
              </a:rPr>
              <a:t>Board</a:t>
            </a:r>
            <a:endParaRPr lang="en-US" sz="1500" dirty="0"/>
          </a:p>
        </p:txBody>
      </p:sp>
      <p:pic>
        <p:nvPicPr>
          <p:cNvPr id="55" name="obj-51" descr="preencoded.png">    </p:cNvPr>
          <p:cNvPicPr>
            <a:picLocks noChangeAspect="1"/>
          </p:cNvPicPr>
          <p:nvPr/>
        </p:nvPicPr>
        <p:blipFill>
          <a:blip r:embed="rId10"/>
          <a:stretch>
            <a:fillRect/>
          </a:stretch>
        </p:blipFill>
        <p:spPr>
          <a:xfrm>
            <a:off x="9731959" y="4191530"/>
            <a:ext cx="219456" cy="219456"/>
          </a:xfrm>
          <a:prstGeom prst="rect">
            <a:avLst/>
          </a:prstGeom>
        </p:spPr>
      </p:pic>
      <p:sp>
        <p:nvSpPr>
          <p:cNvPr id="56" name="obj-52"/>
          <p:cNvSpPr txBox="1"/>
          <p:nvPr/>
        </p:nvSpPr>
        <p:spPr>
          <a:xfrm>
            <a:off x="10024567" y="4154954"/>
            <a:ext cx="1545336" cy="292608"/>
          </a:xfrm>
          <a:prstGeom prst="rect">
            <a:avLst/>
          </a:prstGeom>
          <a:noFill/>
          <a:ln/>
        </p:spPr>
        <p:txBody>
          <a:bodyPr wrap="square" lIns="0" tIns="0" rIns="0" bIns="0" rtlCol="0" anchor="ctr"/>
          <a:lstStyle/>
          <a:p>
            <a:pPr indent="0" marL="0">
              <a:buNone/>
            </a:pPr>
            <a:r>
              <a:rPr lang="en-US" sz="1100" b="1" dirty="0">
                <a:solidFill>
                  <a:schemeClr val="accent1"/>
                </a:solidFill>
              </a:rPr>
              <a:t>Smart Boarding Kiosk</a:t>
            </a:r>
            <a:endParaRPr lang="en-US" sz="1100" dirty="0"/>
          </a:p>
        </p:txBody>
      </p:sp>
      <p:sp>
        <p:nvSpPr>
          <p:cNvPr id="57" name="obj-53"/>
          <p:cNvSpPr/>
          <p:nvPr/>
        </p:nvSpPr>
        <p:spPr>
          <a:xfrm>
            <a:off x="10614355" y="4526280"/>
            <a:ext cx="914" cy="228600"/>
          </a:xfrm>
          <a:prstGeom prst="line">
            <a:avLst/>
          </a:prstGeom>
          <a:noFill/>
          <a:ln w="12700">
            <a:solidFill>
              <a:schemeClr val="accent1">
                <a:alpha val="80000"/>
              </a:schemeClr>
            </a:solidFill>
            <a:prstDash val="sysDot"/>
          </a:ln>
        </p:spPr>
      </p:sp>
      <p:sp>
        <p:nvSpPr>
          <p:cNvPr id="58" name="obj-54"/>
          <p:cNvSpPr/>
          <p:nvPr/>
        </p:nvSpPr>
        <p:spPr>
          <a:xfrm>
            <a:off x="10573207" y="4713732"/>
            <a:ext cx="82296" cy="82296"/>
          </a:xfrm>
          <a:prstGeom prst="ellipse">
            <a:avLst/>
          </a:prstGeom>
          <a:solidFill>
            <a:schemeClr val="accent1"/>
          </a:solidFill>
          <a:ln/>
        </p:spPr>
      </p:sp>
      <p:sp>
        <p:nvSpPr>
          <p:cNvPr id="59" name="obj-55"/>
          <p:cNvSpPr/>
          <p:nvPr/>
        </p:nvSpPr>
        <p:spPr>
          <a:xfrm>
            <a:off x="548640" y="4754880"/>
            <a:ext cx="11094415" cy="1353312"/>
          </a:xfrm>
          <a:prstGeom prst="roundRect">
            <a:avLst>
              <a:gd name="adj" fmla="val 9459"/>
            </a:avLst>
          </a:prstGeom>
          <a:solidFill>
            <a:schemeClr val="accent6"/>
          </a:solidFill>
          <a:ln/>
          <a:effectLst>
            <a:outerShdw sx="100000" sy="100000" kx="0" ky="0" algn="bl" rotWithShape="0" blurRad="203200" dist="38100" dir="5400000">
              <a:srgbClr val="0A1628">
                <a:alpha val="10000"/>
              </a:srgbClr>
            </a:outerShdw>
          </a:effectLst>
        </p:spPr>
      </p:sp>
      <p:pic>
        <p:nvPicPr>
          <p:cNvPr id="60" name="obj-56" descr="/tmp/claude-0/-home-user-sgqy/b70fb111-7300-56ba-abe4-4b6e17d8c33e/scratchpad/assets/v5/t6.png">    </p:cNvPr>
          <p:cNvPicPr>
            <a:picLocks noChangeAspect="1"/>
          </p:cNvPicPr>
          <p:nvPr/>
        </p:nvPicPr>
        <p:blipFill>
          <a:blip r:embed="rId11"/>
          <a:stretch>
            <a:fillRect/>
          </a:stretch>
        </p:blipFill>
        <p:spPr>
          <a:xfrm>
            <a:off x="640080" y="4846320"/>
            <a:ext cx="1682496" cy="1170432"/>
          </a:xfrm>
          <a:prstGeom prst="rect">
            <a:avLst/>
          </a:prstGeom>
        </p:spPr>
      </p:pic>
      <p:sp>
        <p:nvSpPr>
          <p:cNvPr id="61" name="obj-57"/>
          <p:cNvSpPr/>
          <p:nvPr/>
        </p:nvSpPr>
        <p:spPr>
          <a:xfrm>
            <a:off x="2642616" y="4974336"/>
            <a:ext cx="292608" cy="292608"/>
          </a:xfrm>
          <a:prstGeom prst="ellipse">
            <a:avLst/>
          </a:prstGeom>
          <a:solidFill>
            <a:schemeClr val="bg1"/>
          </a:solidFill>
          <a:ln/>
        </p:spPr>
      </p:sp>
      <p:sp>
        <p:nvSpPr>
          <p:cNvPr id="62" name="obj-58"/>
          <p:cNvSpPr txBox="1"/>
          <p:nvPr/>
        </p:nvSpPr>
        <p:spPr>
          <a:xfrm>
            <a:off x="2642616" y="4974336"/>
            <a:ext cx="292608" cy="292608"/>
          </a:xfrm>
          <a:prstGeom prst="rect">
            <a:avLst/>
          </a:prstGeom>
          <a:noFill/>
          <a:ln/>
        </p:spPr>
        <p:txBody>
          <a:bodyPr wrap="square" lIns="0" tIns="0" rIns="0" bIns="0" rtlCol="0" anchor="ctr"/>
          <a:lstStyle/>
          <a:p>
            <a:pPr algn="ctr" indent="0" marL="0">
              <a:buNone/>
            </a:pPr>
            <a:r>
              <a:rPr lang="en-US" sz="1200" b="1" dirty="0">
                <a:solidFill>
                  <a:schemeClr val="accent6"/>
                </a:solidFill>
              </a:rPr>
              <a:t>6</a:t>
            </a:r>
            <a:endParaRPr lang="en-US" sz="1200" dirty="0"/>
          </a:p>
        </p:txBody>
      </p:sp>
      <p:sp>
        <p:nvSpPr>
          <p:cNvPr id="63" name="obj-59"/>
          <p:cNvSpPr txBox="1"/>
          <p:nvPr/>
        </p:nvSpPr>
        <p:spPr>
          <a:xfrm>
            <a:off x="3054096" y="4937760"/>
            <a:ext cx="2743200" cy="365760"/>
          </a:xfrm>
          <a:prstGeom prst="rect">
            <a:avLst/>
          </a:prstGeom>
          <a:noFill/>
          <a:ln/>
        </p:spPr>
        <p:txBody>
          <a:bodyPr wrap="square" lIns="0" tIns="0" rIns="0" bIns="0" rtlCol="0" anchor="ctr"/>
          <a:lstStyle/>
          <a:p>
            <a:pPr indent="0" marL="0">
              <a:buNone/>
            </a:pPr>
            <a:r>
              <a:rPr lang="en-US" sz="1800" b="1" dirty="0">
                <a:solidFill>
                  <a:schemeClr val="bg1"/>
                </a:solidFill>
              </a:rPr>
              <a:t>Oversee</a:t>
            </a:r>
            <a:endParaRPr lang="en-US" sz="1800" dirty="0"/>
          </a:p>
        </p:txBody>
      </p:sp>
      <p:sp>
        <p:nvSpPr>
          <p:cNvPr id="64" name="obj-60"/>
          <p:cNvSpPr txBox="1"/>
          <p:nvPr/>
        </p:nvSpPr>
        <p:spPr>
          <a:xfrm>
            <a:off x="2642616" y="5358384"/>
            <a:ext cx="4114800" cy="274320"/>
          </a:xfrm>
          <a:prstGeom prst="rect">
            <a:avLst/>
          </a:prstGeom>
          <a:noFill/>
          <a:ln/>
        </p:spPr>
        <p:txBody>
          <a:bodyPr wrap="square" lIns="0" tIns="0" rIns="0" bIns="0" rtlCol="0" anchor="ctr"/>
          <a:lstStyle/>
          <a:p>
            <a:pPr indent="0" marL="0">
              <a:buNone/>
            </a:pPr>
            <a:r>
              <a:rPr lang="en-US" sz="1400" b="1" dirty="0">
                <a:solidFill>
                  <a:srgbClr val="7FD3EE"/>
                </a:solidFill>
              </a:rPr>
              <a:t>AGIL® Secure ISMP</a:t>
            </a:r>
            <a:endParaRPr lang="en-US" sz="1400" dirty="0"/>
          </a:p>
        </p:txBody>
      </p:sp>
      <p:sp>
        <p:nvSpPr>
          <p:cNvPr id="65" name="obj-61"/>
          <p:cNvSpPr txBox="1"/>
          <p:nvPr/>
        </p:nvSpPr>
        <p:spPr>
          <a:xfrm>
            <a:off x="2642616" y="5650992"/>
            <a:ext cx="4754880" cy="274320"/>
          </a:xfrm>
          <a:prstGeom prst="rect">
            <a:avLst/>
          </a:prstGeom>
          <a:noFill/>
          <a:ln/>
        </p:spPr>
        <p:txBody>
          <a:bodyPr wrap="square" lIns="0" tIns="0" rIns="0" bIns="0" rtlCol="0" anchor="ctr"/>
          <a:lstStyle/>
          <a:p>
            <a:pPr indent="0" marL="0">
              <a:buNone/>
            </a:pPr>
            <a:r>
              <a:rPr lang="en-US" sz="1300" dirty="0">
                <a:solidFill>
                  <a:schemeClr val="accent5"/>
                </a:solidFill>
              </a:rPr>
              <a:t>Every step in one view. Officers act only on exceptions.</a:t>
            </a:r>
            <a:endParaRPr lang="en-US" sz="1300" dirty="0"/>
          </a:p>
        </p:txBody>
      </p:sp>
      <p:sp>
        <p:nvSpPr>
          <p:cNvPr id="66" name="obj-62"/>
          <p:cNvSpPr/>
          <p:nvPr/>
        </p:nvSpPr>
        <p:spPr>
          <a:xfrm>
            <a:off x="8732520" y="4901184"/>
            <a:ext cx="2697480" cy="310896"/>
          </a:xfrm>
          <a:prstGeom prst="roundRect">
            <a:avLst>
              <a:gd name="adj" fmla="val 50000"/>
            </a:avLst>
          </a:prstGeom>
          <a:solidFill>
            <a:srgbClr val="FFFFFF">
              <a:alpha val="10000"/>
            </a:srgbClr>
          </a:solidFill>
          <a:ln w="9525">
            <a:solidFill>
              <a:srgbClr val="FFFFFF">
                <a:alpha val="40000"/>
              </a:srgbClr>
            </a:solidFill>
            <a:prstDash val="solid"/>
          </a:ln>
        </p:spPr>
      </p:sp>
      <p:pic>
        <p:nvPicPr>
          <p:cNvPr id="67" name="obj-63" descr="preencoded.png">    </p:cNvPr>
          <p:cNvPicPr>
            <a:picLocks noChangeAspect="1"/>
          </p:cNvPicPr>
          <p:nvPr/>
        </p:nvPicPr>
        <p:blipFill>
          <a:blip r:embed="rId12"/>
          <a:stretch>
            <a:fillRect/>
          </a:stretch>
        </p:blipFill>
        <p:spPr>
          <a:xfrm>
            <a:off x="8860536" y="4956048"/>
            <a:ext cx="201168" cy="201168"/>
          </a:xfrm>
          <a:prstGeom prst="rect">
            <a:avLst/>
          </a:prstGeom>
        </p:spPr>
      </p:pic>
      <p:sp>
        <p:nvSpPr>
          <p:cNvPr id="68" name="obj-64"/>
          <p:cNvSpPr txBox="1"/>
          <p:nvPr/>
        </p:nvSpPr>
        <p:spPr>
          <a:xfrm>
            <a:off x="9153144" y="4901184"/>
            <a:ext cx="2194560" cy="310896"/>
          </a:xfrm>
          <a:prstGeom prst="rect">
            <a:avLst/>
          </a:prstGeom>
          <a:noFill/>
          <a:ln/>
        </p:spPr>
        <p:txBody>
          <a:bodyPr wrap="square" lIns="0" tIns="0" rIns="0" bIns="0" rtlCol="0" anchor="ctr"/>
          <a:lstStyle/>
          <a:p>
            <a:pPr indent="0" marL="0">
              <a:buNone/>
            </a:pPr>
            <a:r>
              <a:rPr lang="en-US" sz="1200" b="1" dirty="0">
                <a:solidFill>
                  <a:schemeClr val="bg1"/>
                </a:solidFill>
              </a:rPr>
              <a:t>Live passenger log</a:t>
            </a:r>
            <a:endParaRPr lang="en-US" sz="1200" dirty="0"/>
          </a:p>
        </p:txBody>
      </p:sp>
      <p:sp>
        <p:nvSpPr>
          <p:cNvPr id="69" name="obj-65"/>
          <p:cNvSpPr/>
          <p:nvPr/>
        </p:nvSpPr>
        <p:spPr>
          <a:xfrm>
            <a:off x="8732520" y="5276088"/>
            <a:ext cx="2697480" cy="310896"/>
          </a:xfrm>
          <a:prstGeom prst="roundRect">
            <a:avLst>
              <a:gd name="adj" fmla="val 50000"/>
            </a:avLst>
          </a:prstGeom>
          <a:solidFill>
            <a:srgbClr val="FFFFFF">
              <a:alpha val="10000"/>
            </a:srgbClr>
          </a:solidFill>
          <a:ln w="9525">
            <a:solidFill>
              <a:srgbClr val="FFFFFF">
                <a:alpha val="40000"/>
              </a:srgbClr>
            </a:solidFill>
            <a:prstDash val="solid"/>
          </a:ln>
        </p:spPr>
      </p:sp>
      <p:pic>
        <p:nvPicPr>
          <p:cNvPr id="70" name="obj-66" descr="preencoded.png">    </p:cNvPr>
          <p:cNvPicPr>
            <a:picLocks noChangeAspect="1"/>
          </p:cNvPicPr>
          <p:nvPr/>
        </p:nvPicPr>
        <p:blipFill>
          <a:blip r:embed="rId13"/>
          <a:stretch>
            <a:fillRect/>
          </a:stretch>
        </p:blipFill>
        <p:spPr>
          <a:xfrm>
            <a:off x="8860536" y="5330952"/>
            <a:ext cx="201168" cy="201168"/>
          </a:xfrm>
          <a:prstGeom prst="rect">
            <a:avLst/>
          </a:prstGeom>
        </p:spPr>
      </p:pic>
      <p:sp>
        <p:nvSpPr>
          <p:cNvPr id="71" name="obj-67"/>
          <p:cNvSpPr txBox="1"/>
          <p:nvPr/>
        </p:nvSpPr>
        <p:spPr>
          <a:xfrm>
            <a:off x="9153144" y="5276088"/>
            <a:ext cx="2194560" cy="310896"/>
          </a:xfrm>
          <a:prstGeom prst="rect">
            <a:avLst/>
          </a:prstGeom>
          <a:noFill/>
          <a:ln/>
        </p:spPr>
        <p:txBody>
          <a:bodyPr wrap="square" lIns="0" tIns="0" rIns="0" bIns="0" rtlCol="0" anchor="ctr"/>
          <a:lstStyle/>
          <a:p>
            <a:pPr indent="0" marL="0">
              <a:buNone/>
            </a:pPr>
            <a:r>
              <a:rPr lang="en-US" sz="1200" b="1" dirty="0">
                <a:solidFill>
                  <a:schemeClr val="bg1"/>
                </a:solidFill>
              </a:rPr>
              <a:t>Flow by zone</a:t>
            </a:r>
            <a:endParaRPr lang="en-US" sz="1200" dirty="0"/>
          </a:p>
        </p:txBody>
      </p:sp>
      <p:sp>
        <p:nvSpPr>
          <p:cNvPr id="72" name="obj-68"/>
          <p:cNvSpPr/>
          <p:nvPr/>
        </p:nvSpPr>
        <p:spPr>
          <a:xfrm>
            <a:off x="8732520" y="5650992"/>
            <a:ext cx="2697480" cy="310896"/>
          </a:xfrm>
          <a:prstGeom prst="roundRect">
            <a:avLst>
              <a:gd name="adj" fmla="val 50000"/>
            </a:avLst>
          </a:prstGeom>
          <a:solidFill>
            <a:srgbClr val="FFFFFF">
              <a:alpha val="10000"/>
            </a:srgbClr>
          </a:solidFill>
          <a:ln w="9525">
            <a:solidFill>
              <a:srgbClr val="FFFFFF">
                <a:alpha val="40000"/>
              </a:srgbClr>
            </a:solidFill>
            <a:prstDash val="solid"/>
          </a:ln>
        </p:spPr>
      </p:sp>
      <p:pic>
        <p:nvPicPr>
          <p:cNvPr id="73" name="obj-69" descr="preencoded.png">    </p:cNvPr>
          <p:cNvPicPr>
            <a:picLocks noChangeAspect="1"/>
          </p:cNvPicPr>
          <p:nvPr/>
        </p:nvPicPr>
        <p:blipFill>
          <a:blip r:embed="rId14"/>
          <a:stretch>
            <a:fillRect/>
          </a:stretch>
        </p:blipFill>
        <p:spPr>
          <a:xfrm>
            <a:off x="8860536" y="5705856"/>
            <a:ext cx="201168" cy="201168"/>
          </a:xfrm>
          <a:prstGeom prst="rect">
            <a:avLst/>
          </a:prstGeom>
        </p:spPr>
      </p:pic>
      <p:sp>
        <p:nvSpPr>
          <p:cNvPr id="74" name="obj-70"/>
          <p:cNvSpPr txBox="1"/>
          <p:nvPr/>
        </p:nvSpPr>
        <p:spPr>
          <a:xfrm>
            <a:off x="9153144" y="5650992"/>
            <a:ext cx="2194560" cy="310896"/>
          </a:xfrm>
          <a:prstGeom prst="rect">
            <a:avLst/>
          </a:prstGeom>
          <a:noFill/>
          <a:ln/>
        </p:spPr>
        <p:txBody>
          <a:bodyPr wrap="square" lIns="0" tIns="0" rIns="0" bIns="0" rtlCol="0" anchor="ctr"/>
          <a:lstStyle/>
          <a:p>
            <a:pPr indent="0" marL="0">
              <a:buNone/>
            </a:pPr>
            <a:r>
              <a:rPr lang="en-US" sz="1200" b="1" dirty="0">
                <a:solidFill>
                  <a:schemeClr val="bg1"/>
                </a:solidFill>
              </a:rPr>
              <a:t>Exception alerts</a:t>
            </a:r>
            <a:endParaRPr lang="en-US" sz="1200" dirty="0"/>
          </a:p>
        </p:txBody>
      </p:sp>
      <p:sp>
        <p:nvSpPr>
          <p:cNvPr id="75"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0" y="0"/>
            <a:ext cx="12191695" cy="6858000"/>
          </a:xfrm>
          <a:prstGeom prst="rect">
            <a:avLst/>
          </a:prstGeom>
        </p:spPr>
      </p:pic>
      <p:sp>
        <p:nvSpPr>
          <p:cNvPr id="3" name="!!bh0"/>
          <p:cNvSpPr/>
          <p:nvPr/>
        </p:nvSpPr>
        <p:spPr>
          <a:xfrm>
            <a:off x="1609344" y="4829861"/>
            <a:ext cx="493776" cy="493776"/>
          </a:xfrm>
          <a:prstGeom prst="ellipse">
            <a:avLst/>
          </a:prstGeom>
          <a:solidFill>
            <a:schemeClr val="accent1">
              <a:alpha val="16000"/>
            </a:schemeClr>
          </a:solidFill>
          <a:ln/>
        </p:spPr>
      </p:sp>
      <p:sp>
        <p:nvSpPr>
          <p:cNvPr id="4" name="!!bc0"/>
          <p:cNvSpPr/>
          <p:nvPr/>
        </p:nvSpPr>
        <p:spPr>
          <a:xfrm>
            <a:off x="1709928" y="4930445"/>
            <a:ext cx="292608" cy="292608"/>
          </a:xfrm>
          <a:prstGeom prst="ellipse">
            <a:avLst/>
          </a:prstGeom>
          <a:solidFill>
            <a:schemeClr val="accent1"/>
          </a:solidFill>
          <a:ln w="15875">
            <a:solidFill>
              <a:schemeClr val="bg1"/>
            </a:solidFill>
            <a:prstDash val="solid"/>
          </a:ln>
        </p:spPr>
      </p:sp>
      <p:sp>
        <p:nvSpPr>
          <p:cNvPr id="5" name="!!bt0"/>
          <p:cNvSpPr txBox="1"/>
          <p:nvPr/>
        </p:nvSpPr>
        <p:spPr>
          <a:xfrm>
            <a:off x="1709928" y="49304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2753258" y="4258361"/>
            <a:ext cx="493776" cy="493776"/>
          </a:xfrm>
          <a:prstGeom prst="ellipse">
            <a:avLst/>
          </a:prstGeom>
          <a:solidFill>
            <a:schemeClr val="accent1">
              <a:alpha val="16000"/>
            </a:schemeClr>
          </a:solidFill>
          <a:ln/>
        </p:spPr>
      </p:sp>
      <p:sp>
        <p:nvSpPr>
          <p:cNvPr id="7" name="!!bc1"/>
          <p:cNvSpPr/>
          <p:nvPr/>
        </p:nvSpPr>
        <p:spPr>
          <a:xfrm>
            <a:off x="2853842" y="4358945"/>
            <a:ext cx="292608" cy="292608"/>
          </a:xfrm>
          <a:prstGeom prst="ellipse">
            <a:avLst/>
          </a:prstGeom>
          <a:solidFill>
            <a:schemeClr val="accent1"/>
          </a:solidFill>
          <a:ln w="15875">
            <a:solidFill>
              <a:schemeClr val="bg1"/>
            </a:solidFill>
            <a:prstDash val="solid"/>
          </a:ln>
        </p:spPr>
      </p:sp>
      <p:sp>
        <p:nvSpPr>
          <p:cNvPr id="8" name="!!bt1"/>
          <p:cNvSpPr txBox="1"/>
          <p:nvPr/>
        </p:nvSpPr>
        <p:spPr>
          <a:xfrm>
            <a:off x="2853842" y="43589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4678070" y="3295498"/>
            <a:ext cx="493776" cy="493776"/>
          </a:xfrm>
          <a:prstGeom prst="ellipse">
            <a:avLst/>
          </a:prstGeom>
          <a:solidFill>
            <a:schemeClr val="accent1">
              <a:alpha val="16000"/>
            </a:schemeClr>
          </a:solidFill>
          <a:ln/>
        </p:spPr>
      </p:sp>
      <p:sp>
        <p:nvSpPr>
          <p:cNvPr id="10" name="!!bc2"/>
          <p:cNvSpPr/>
          <p:nvPr/>
        </p:nvSpPr>
        <p:spPr>
          <a:xfrm>
            <a:off x="4778654" y="3396082"/>
            <a:ext cx="292608" cy="292608"/>
          </a:xfrm>
          <a:prstGeom prst="ellipse">
            <a:avLst/>
          </a:prstGeom>
          <a:solidFill>
            <a:schemeClr val="accent1"/>
          </a:solidFill>
          <a:ln w="15875">
            <a:solidFill>
              <a:schemeClr val="bg1"/>
            </a:solidFill>
            <a:prstDash val="solid"/>
          </a:ln>
        </p:spPr>
      </p:sp>
      <p:sp>
        <p:nvSpPr>
          <p:cNvPr id="11" name="!!bt2"/>
          <p:cNvSpPr txBox="1"/>
          <p:nvPr/>
        </p:nvSpPr>
        <p:spPr>
          <a:xfrm>
            <a:off x="4778654" y="3396082"/>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293815" y="3831336"/>
            <a:ext cx="493776" cy="493776"/>
          </a:xfrm>
          <a:prstGeom prst="ellipse">
            <a:avLst/>
          </a:prstGeom>
          <a:solidFill>
            <a:schemeClr val="accent1">
              <a:alpha val="16000"/>
            </a:schemeClr>
          </a:solidFill>
          <a:ln/>
        </p:spPr>
      </p:sp>
      <p:sp>
        <p:nvSpPr>
          <p:cNvPr id="13" name="!!bc3"/>
          <p:cNvSpPr/>
          <p:nvPr/>
        </p:nvSpPr>
        <p:spPr>
          <a:xfrm>
            <a:off x="6394399" y="3931920"/>
            <a:ext cx="292608" cy="292608"/>
          </a:xfrm>
          <a:prstGeom prst="ellipse">
            <a:avLst/>
          </a:prstGeom>
          <a:solidFill>
            <a:schemeClr val="accent1"/>
          </a:solidFill>
          <a:ln w="15875">
            <a:solidFill>
              <a:schemeClr val="bg1"/>
            </a:solidFill>
            <a:prstDash val="solid"/>
          </a:ln>
        </p:spPr>
      </p:sp>
      <p:sp>
        <p:nvSpPr>
          <p:cNvPr id="14" name="!!bt3"/>
          <p:cNvSpPr txBox="1"/>
          <p:nvPr/>
        </p:nvSpPr>
        <p:spPr>
          <a:xfrm>
            <a:off x="6394399" y="39319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8635594" y="5002682"/>
            <a:ext cx="493776" cy="493776"/>
          </a:xfrm>
          <a:prstGeom prst="ellipse">
            <a:avLst/>
          </a:prstGeom>
          <a:solidFill>
            <a:schemeClr val="accent1">
              <a:alpha val="16000"/>
            </a:schemeClr>
          </a:solidFill>
          <a:ln/>
        </p:spPr>
      </p:sp>
      <p:sp>
        <p:nvSpPr>
          <p:cNvPr id="16" name="!!bc4"/>
          <p:cNvSpPr/>
          <p:nvPr/>
        </p:nvSpPr>
        <p:spPr>
          <a:xfrm>
            <a:off x="8736178" y="5103266"/>
            <a:ext cx="292608" cy="292608"/>
          </a:xfrm>
          <a:prstGeom prst="ellipse">
            <a:avLst/>
          </a:prstGeom>
          <a:solidFill>
            <a:schemeClr val="accent1"/>
          </a:solidFill>
          <a:ln w="15875">
            <a:solidFill>
              <a:schemeClr val="bg1"/>
            </a:solidFill>
            <a:prstDash val="solid"/>
          </a:ln>
        </p:spPr>
      </p:sp>
      <p:sp>
        <p:nvSpPr>
          <p:cNvPr id="17" name="!!bt4"/>
          <p:cNvSpPr txBox="1"/>
          <p:nvPr/>
        </p:nvSpPr>
        <p:spPr>
          <a:xfrm>
            <a:off x="8736178" y="510326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969764" y="5351983"/>
            <a:ext cx="493776" cy="493776"/>
          </a:xfrm>
          <a:prstGeom prst="ellipse">
            <a:avLst/>
          </a:prstGeom>
          <a:solidFill>
            <a:schemeClr val="accent1">
              <a:alpha val="16000"/>
            </a:schemeClr>
          </a:solidFill>
          <a:ln/>
        </p:spPr>
      </p:sp>
      <p:sp>
        <p:nvSpPr>
          <p:cNvPr id="19" name="!!bc5"/>
          <p:cNvSpPr/>
          <p:nvPr/>
        </p:nvSpPr>
        <p:spPr>
          <a:xfrm>
            <a:off x="5070348" y="5452567"/>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0348" y="545256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2"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3"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4" name="!!con0"/>
          <p:cNvSpPr/>
          <p:nvPr/>
        </p:nvSpPr>
        <p:spPr>
          <a:xfrm flipV="1">
            <a:off x="1856232" y="2880360"/>
            <a:ext cx="521208" cy="2196389"/>
          </a:xfrm>
          <a:prstGeom prst="line">
            <a:avLst/>
          </a:prstGeom>
          <a:noFill/>
          <a:ln w="12700">
            <a:solidFill>
              <a:schemeClr val="accent1">
                <a:alpha val="85000"/>
              </a:schemeClr>
            </a:solidFill>
            <a:prstDash val="solid"/>
          </a:ln>
        </p:spPr>
      </p:sp>
      <p:sp>
        <p:nvSpPr>
          <p:cNvPr id="25" name="!!con1"/>
          <p:cNvSpPr/>
          <p:nvPr/>
        </p:nvSpPr>
        <p:spPr>
          <a:xfrm flipV="1">
            <a:off x="3000146" y="2880360"/>
            <a:ext cx="566014" cy="1624889"/>
          </a:xfrm>
          <a:prstGeom prst="line">
            <a:avLst/>
          </a:prstGeom>
          <a:noFill/>
          <a:ln w="12700">
            <a:solidFill>
              <a:schemeClr val="accent1">
                <a:alpha val="85000"/>
              </a:schemeClr>
            </a:solidFill>
            <a:prstDash val="solid"/>
          </a:ln>
        </p:spPr>
      </p:sp>
      <p:sp>
        <p:nvSpPr>
          <p:cNvPr id="26" name="!!con2"/>
          <p:cNvSpPr/>
          <p:nvPr/>
        </p:nvSpPr>
        <p:spPr>
          <a:xfrm flipV="1">
            <a:off x="4924958" y="2880360"/>
            <a:ext cx="561442" cy="662026"/>
          </a:xfrm>
          <a:prstGeom prst="line">
            <a:avLst/>
          </a:prstGeom>
          <a:noFill/>
          <a:ln w="12700">
            <a:solidFill>
              <a:schemeClr val="accent1">
                <a:alpha val="85000"/>
              </a:schemeClr>
            </a:solidFill>
            <a:prstDash val="solid"/>
          </a:ln>
        </p:spPr>
      </p:sp>
      <p:sp>
        <p:nvSpPr>
          <p:cNvPr id="27" name="!!con3"/>
          <p:cNvSpPr/>
          <p:nvPr/>
        </p:nvSpPr>
        <p:spPr>
          <a:xfrm flipV="1">
            <a:off x="6540703" y="2880360"/>
            <a:ext cx="1048817" cy="1197864"/>
          </a:xfrm>
          <a:prstGeom prst="line">
            <a:avLst/>
          </a:prstGeom>
          <a:noFill/>
          <a:ln w="12700">
            <a:solidFill>
              <a:schemeClr val="accent1">
                <a:alpha val="85000"/>
              </a:schemeClr>
            </a:solidFill>
            <a:prstDash val="solid"/>
          </a:ln>
        </p:spPr>
      </p:sp>
      <p:sp>
        <p:nvSpPr>
          <p:cNvPr id="28" name="!!con4"/>
          <p:cNvSpPr/>
          <p:nvPr/>
        </p:nvSpPr>
        <p:spPr>
          <a:xfrm flipV="1">
            <a:off x="8882482" y="2880360"/>
            <a:ext cx="993038" cy="2369210"/>
          </a:xfrm>
          <a:prstGeom prst="line">
            <a:avLst/>
          </a:prstGeom>
          <a:noFill/>
          <a:ln w="12700">
            <a:solidFill>
              <a:schemeClr val="accent1">
                <a:alpha val="85000"/>
              </a:schemeClr>
            </a:solidFill>
            <a:prstDash val="solid"/>
          </a:ln>
        </p:spPr>
      </p:sp>
      <p:sp>
        <p:nvSpPr>
          <p:cNvPr id="29" name="!!con5"/>
          <p:cNvSpPr/>
          <p:nvPr/>
        </p:nvSpPr>
        <p:spPr>
          <a:xfrm>
            <a:off x="5216652" y="5598871"/>
            <a:ext cx="864108" cy="299009"/>
          </a:xfrm>
          <a:prstGeom prst="line">
            <a:avLst/>
          </a:prstGeom>
          <a:noFill/>
          <a:ln w="12700">
            <a:solidFill>
              <a:schemeClr val="accent1">
                <a:alpha val="85000"/>
              </a:schemeClr>
            </a:solidFill>
            <a:prstDash val="solid"/>
          </a:ln>
        </p:spPr>
      </p:sp>
      <p:sp>
        <p:nvSpPr>
          <p:cNvPr id="30" name="!!tvl"/>
          <p:cNvSpPr/>
          <p:nvPr/>
        </p:nvSpPr>
        <p:spPr>
          <a:xfrm>
            <a:off x="2020467" y="3724088"/>
            <a:ext cx="2503985" cy="86217"/>
          </a:xfrm>
          <a:prstGeom prst="line">
            <a:avLst/>
          </a:prstGeom>
          <a:noFill/>
          <a:ln w="12700">
            <a:solidFill>
              <a:schemeClr val="accent1"/>
            </a:solidFill>
            <a:prstDash val="dash"/>
          </a:ln>
        </p:spPr>
      </p:sp>
      <p:sp>
        <p:nvSpPr>
          <p:cNvPr id="31" name="!!tvo"/>
          <p:cNvSpPr/>
          <p:nvPr/>
        </p:nvSpPr>
        <p:spPr>
          <a:xfrm>
            <a:off x="768096" y="3054096"/>
            <a:ext cx="1298448" cy="1298448"/>
          </a:xfrm>
          <a:prstGeom prst="ellipse">
            <a:avLst/>
          </a:prstGeom>
          <a:solidFill>
            <a:schemeClr val="bg1"/>
          </a:solidFill>
          <a:ln w="19050">
            <a:solidFill>
              <a:schemeClr val="accent1"/>
            </a:solidFill>
            <a:prstDash val="solid"/>
          </a:ln>
          <a:effectLst>
            <a:outerShdw sx="100000" sy="100000" kx="0" ky="0" algn="bl" rotWithShape="0" blurRad="203200" dist="38100" dir="5400000">
              <a:srgbClr val="0A1628">
                <a:alpha val="10000"/>
              </a:srgbClr>
            </a:outerShdw>
          </a:effectLst>
        </p:spPr>
      </p:sp>
      <p:sp>
        <p:nvSpPr>
          <p:cNvPr id="32" name="!!tvs"/>
          <p:cNvSpPr/>
          <p:nvPr/>
        </p:nvSpPr>
        <p:spPr>
          <a:xfrm>
            <a:off x="905256" y="3337560"/>
            <a:ext cx="1024128" cy="603504"/>
          </a:xfrm>
          <a:prstGeom prst="roundRect">
            <a:avLst>
              <a:gd name="adj" fmla="val 9091"/>
            </a:avLst>
          </a:prstGeom>
          <a:solidFill>
            <a:srgbClr val="0E1B2D"/>
          </a:solidFill>
          <a:ln w="9525">
            <a:solidFill>
              <a:schemeClr val="accent1"/>
            </a:solidFill>
            <a:prstDash val="solid"/>
          </a:ln>
        </p:spPr>
      </p:sp>
      <p:sp>
        <p:nvSpPr>
          <p:cNvPr id="33" name="!!tvf"/>
          <p:cNvSpPr/>
          <p:nvPr/>
        </p:nvSpPr>
        <p:spPr>
          <a:xfrm>
            <a:off x="987552" y="3419856"/>
            <a:ext cx="246888" cy="246888"/>
          </a:xfrm>
          <a:prstGeom prst="ellipse">
            <a:avLst/>
          </a:prstGeom>
          <a:solidFill>
            <a:srgbClr val="E7CDB4"/>
          </a:solidFill>
          <a:ln/>
        </p:spPr>
      </p:sp>
      <p:sp>
        <p:nvSpPr>
          <p:cNvPr id="34" name="!!tvn"/>
          <p:cNvSpPr txBox="1"/>
          <p:nvPr/>
        </p:nvSpPr>
        <p:spPr>
          <a:xfrm>
            <a:off x="1280160" y="3401568"/>
            <a:ext cx="621792" cy="155448"/>
          </a:xfrm>
          <a:prstGeom prst="rect">
            <a:avLst/>
          </a:prstGeom>
          <a:noFill/>
          <a:ln/>
        </p:spPr>
        <p:txBody>
          <a:bodyPr wrap="square" lIns="0" tIns="0" rIns="0" bIns="0" rtlCol="0" anchor="ctr"/>
          <a:lstStyle/>
          <a:p>
            <a:pPr indent="0" marL="0">
              <a:buNone/>
            </a:pPr>
            <a:r>
              <a:rPr lang="en-US" sz="900" b="1" dirty="0">
                <a:solidFill>
                  <a:srgbClr val="FFFFFF"/>
                </a:solidFill>
              </a:rPr>
              <a:t>TAN M. Y.</a:t>
            </a:r>
            <a:endParaRPr lang="en-US" sz="900" dirty="0"/>
          </a:p>
        </p:txBody>
      </p:sp>
      <p:sp>
        <p:nvSpPr>
          <p:cNvPr id="35" name="!!tvq"/>
          <p:cNvSpPr txBox="1"/>
          <p:nvPr/>
        </p:nvSpPr>
        <p:spPr>
          <a:xfrm>
            <a:off x="1280160" y="3557016"/>
            <a:ext cx="621792" cy="118872"/>
          </a:xfrm>
          <a:prstGeom prst="rect">
            <a:avLst/>
          </a:prstGeom>
          <a:noFill/>
          <a:ln/>
        </p:spPr>
        <p:txBody>
          <a:bodyPr wrap="square" lIns="0" tIns="0" rIns="0" bIns="0" rtlCol="0" anchor="ctr"/>
          <a:lstStyle/>
          <a:p>
            <a:pPr indent="0" marL="0">
              <a:buNone/>
            </a:pPr>
            <a:r>
              <a:rPr lang="en-US" sz="700" dirty="0">
                <a:solidFill>
                  <a:srgbClr val="9AA8BC"/>
                </a:solidFill>
              </a:rPr>
              <a:t>SQ 322 · B12</a:t>
            </a:r>
            <a:endParaRPr lang="en-US" sz="700" dirty="0"/>
          </a:p>
        </p:txBody>
      </p:sp>
      <p:sp>
        <p:nvSpPr>
          <p:cNvPr id="36" name="!!tvg"/>
          <p:cNvSpPr/>
          <p:nvPr/>
        </p:nvSpPr>
        <p:spPr>
          <a:xfrm>
            <a:off x="987552" y="3739896"/>
            <a:ext cx="859536" cy="146304"/>
          </a:xfrm>
          <a:prstGeom prst="roundRect">
            <a:avLst>
              <a:gd name="adj" fmla="val 50000"/>
            </a:avLst>
          </a:prstGeom>
          <a:solidFill>
            <a:schemeClr val="accent2"/>
          </a:solidFill>
          <a:ln/>
        </p:spPr>
      </p:sp>
      <p:sp>
        <p:nvSpPr>
          <p:cNvPr id="37" name="!!tvc"/>
          <p:cNvSpPr txBox="1"/>
          <p:nvPr/>
        </p:nvSpPr>
        <p:spPr>
          <a:xfrm>
            <a:off x="987552" y="3739896"/>
            <a:ext cx="859536" cy="146304"/>
          </a:xfrm>
          <a:prstGeom prst="rect">
            <a:avLst/>
          </a:prstGeom>
          <a:noFill/>
          <a:ln/>
        </p:spPr>
        <p:txBody>
          <a:bodyPr wrap="square" lIns="0" tIns="0" rIns="0" bIns="0" rtlCol="0" anchor="ctr"/>
          <a:lstStyle/>
          <a:p>
            <a:pPr algn="ctr" indent="0" marL="0">
              <a:buNone/>
            </a:pPr>
            <a:r>
              <a:rPr lang="en-US" sz="800" b="1" spc="100" kern="0" dirty="0">
                <a:solidFill>
                  <a:srgbClr val="FFFFFF"/>
                </a:solidFill>
              </a:rPr>
              <a:t>CLEARED</a:t>
            </a:r>
            <a:endParaRPr lang="en-US" sz="800" dirty="0"/>
          </a:p>
        </p:txBody>
      </p:sp>
      <p:sp>
        <p:nvSpPr>
          <p:cNvPr id="38" name="!!tvx"/>
          <p:cNvSpPr txBox="1"/>
          <p:nvPr/>
        </p:nvSpPr>
        <p:spPr>
          <a:xfrm>
            <a:off x="914400" y="4014216"/>
            <a:ext cx="1005840" cy="146304"/>
          </a:xfrm>
          <a:prstGeom prst="rect">
            <a:avLst/>
          </a:prstGeom>
          <a:noFill/>
          <a:ln/>
        </p:spPr>
        <p:txBody>
          <a:bodyPr wrap="square" lIns="0" tIns="0" rIns="0" bIns="0" rtlCol="0" anchor="ctr"/>
          <a:lstStyle/>
          <a:p>
            <a:pPr algn="ctr" indent="0" marL="0">
              <a:buNone/>
            </a:pPr>
            <a:r>
              <a:rPr lang="en-US" sz="800" b="1" spc="150" kern="0" dirty="0">
                <a:solidFill>
                  <a:schemeClr val="accent1"/>
                </a:solidFill>
              </a:rPr>
              <a:t>STATUS TV</a:t>
            </a:r>
            <a:endParaRPr lang="en-US" sz="800" dirty="0"/>
          </a:p>
        </p:txBody>
      </p:sp>
      <p:sp>
        <p:nvSpPr>
          <p:cNvPr id="39" name="!!dim"/>
          <p:cNvSpPr/>
          <p:nvPr/>
        </p:nvSpPr>
        <p:spPr>
          <a:xfrm>
            <a:off x="0" y="2560320"/>
            <a:ext cx="12191695" cy="4297680"/>
          </a:xfrm>
          <a:prstGeom prst="rect">
            <a:avLst/>
          </a:prstGeom>
          <a:solidFill>
            <a:srgbClr val="F4F6F8">
              <a:alpha val="0"/>
            </a:srgbClr>
          </a:solidFill>
          <a:ln/>
        </p:spPr>
      </p:sp>
      <p:sp>
        <p:nvSpPr>
          <p:cNvPr id="40" name="!!card0"/>
          <p:cNvSpPr/>
          <p:nvPr/>
        </p:nvSpPr>
        <p:spPr>
          <a:xfrm>
            <a:off x="54864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41" name="!!num0c"/>
          <p:cNvSpPr/>
          <p:nvPr/>
        </p:nvSpPr>
        <p:spPr>
          <a:xfrm>
            <a:off x="676656" y="2121408"/>
            <a:ext cx="274320" cy="274320"/>
          </a:xfrm>
          <a:prstGeom prst="ellipse">
            <a:avLst/>
          </a:prstGeom>
          <a:solidFill>
            <a:schemeClr val="accent1"/>
          </a:solidFill>
          <a:ln/>
        </p:spPr>
      </p:sp>
      <p:sp>
        <p:nvSpPr>
          <p:cNvPr id="42" name="!!num0t"/>
          <p:cNvSpPr txBox="1"/>
          <p:nvPr/>
        </p:nvSpPr>
        <p:spPr>
          <a:xfrm>
            <a:off x="67665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3" name="!!ttl0"/>
          <p:cNvSpPr txBox="1"/>
          <p:nvPr/>
        </p:nvSpPr>
        <p:spPr>
          <a:xfrm>
            <a:off x="104241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Enrol at home</a:t>
            </a:r>
            <a:endParaRPr lang="en-US" sz="1400" dirty="0"/>
          </a:p>
        </p:txBody>
      </p:sp>
      <p:pic>
        <p:nvPicPr>
          <p:cNvPr id="44" name="!!img0" descr="/tmp/claude-0/-home-user-sgqy/b70fb111-7300-56ba-abe4-4b6e17d8c33e/scratchpad/assets/v5/t1.png">    </p:cNvPr>
          <p:cNvPicPr>
            <a:picLocks noChangeAspect="1"/>
          </p:cNvPicPr>
          <p:nvPr/>
        </p:nvPicPr>
        <p:blipFill>
          <a:blip r:embed="rId2"/>
          <a:stretch>
            <a:fillRect/>
          </a:stretch>
        </p:blipFill>
        <p:spPr>
          <a:xfrm>
            <a:off x="676656" y="2487168"/>
            <a:ext cx="457200" cy="318052"/>
          </a:xfrm>
          <a:prstGeom prst="rect">
            <a:avLst/>
          </a:prstGeom>
        </p:spPr>
      </p:pic>
      <p:sp>
        <p:nvSpPr>
          <p:cNvPr id="45" name="!!prd0"/>
          <p:cNvSpPr txBox="1"/>
          <p:nvPr/>
        </p:nvSpPr>
        <p:spPr>
          <a:xfrm>
            <a:off x="122529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FastPass App</a:t>
            </a:r>
            <a:endParaRPr lang="en-US" sz="1100" dirty="0"/>
          </a:p>
        </p:txBody>
      </p:sp>
      <p:sp>
        <p:nvSpPr>
          <p:cNvPr id="46" name="!!card1"/>
          <p:cNvSpPr/>
          <p:nvPr/>
        </p:nvSpPr>
        <p:spPr>
          <a:xfrm>
            <a:off x="274320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47" name="!!num1c"/>
          <p:cNvSpPr/>
          <p:nvPr/>
        </p:nvSpPr>
        <p:spPr>
          <a:xfrm>
            <a:off x="2871216" y="2121408"/>
            <a:ext cx="274320" cy="274320"/>
          </a:xfrm>
          <a:prstGeom prst="ellipse">
            <a:avLst/>
          </a:prstGeom>
          <a:solidFill>
            <a:schemeClr val="accent1"/>
          </a:solidFill>
          <a:ln/>
        </p:spPr>
      </p:sp>
      <p:sp>
        <p:nvSpPr>
          <p:cNvPr id="48" name="!!num1t"/>
          <p:cNvSpPr txBox="1"/>
          <p:nvPr/>
        </p:nvSpPr>
        <p:spPr>
          <a:xfrm>
            <a:off x="287121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49" name="!!ttl1"/>
          <p:cNvSpPr txBox="1"/>
          <p:nvPr/>
        </p:nvSpPr>
        <p:spPr>
          <a:xfrm>
            <a:off x="323697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Approach</a:t>
            </a:r>
            <a:endParaRPr lang="en-US" sz="1400" dirty="0"/>
          </a:p>
        </p:txBody>
      </p:sp>
      <p:pic>
        <p:nvPicPr>
          <p:cNvPr id="50" name="!!img1" descr="/tmp/claude-0/-home-user-sgqy/b70fb111-7300-56ba-abe4-4b6e17d8c33e/scratchpad/assets/v5/t2.png">    </p:cNvPr>
          <p:cNvPicPr>
            <a:picLocks noChangeAspect="1"/>
          </p:cNvPicPr>
          <p:nvPr/>
        </p:nvPicPr>
        <p:blipFill>
          <a:blip r:embed="rId3"/>
          <a:stretch>
            <a:fillRect/>
          </a:stretch>
        </p:blipFill>
        <p:spPr>
          <a:xfrm>
            <a:off x="2871216" y="2487168"/>
            <a:ext cx="457200" cy="318052"/>
          </a:xfrm>
          <a:prstGeom prst="rect">
            <a:avLst/>
          </a:prstGeom>
        </p:spPr>
      </p:pic>
      <p:sp>
        <p:nvSpPr>
          <p:cNvPr id="51" name="!!prd1"/>
          <p:cNvSpPr txBox="1"/>
          <p:nvPr/>
        </p:nvSpPr>
        <p:spPr>
          <a:xfrm>
            <a:off x="341985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BLE lane pairing</a:t>
            </a:r>
            <a:endParaRPr lang="en-US" sz="1100" dirty="0"/>
          </a:p>
        </p:txBody>
      </p:sp>
      <p:sp>
        <p:nvSpPr>
          <p:cNvPr id="52" name="!!card2"/>
          <p:cNvSpPr/>
          <p:nvPr/>
        </p:nvSpPr>
        <p:spPr>
          <a:xfrm>
            <a:off x="493776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53" name="!!num2c"/>
          <p:cNvSpPr/>
          <p:nvPr/>
        </p:nvSpPr>
        <p:spPr>
          <a:xfrm>
            <a:off x="5065776" y="2121408"/>
            <a:ext cx="274320" cy="274320"/>
          </a:xfrm>
          <a:prstGeom prst="ellipse">
            <a:avLst/>
          </a:prstGeom>
          <a:solidFill>
            <a:schemeClr val="accent1"/>
          </a:solidFill>
          <a:ln/>
        </p:spPr>
      </p:sp>
      <p:sp>
        <p:nvSpPr>
          <p:cNvPr id="54" name="!!num2t"/>
          <p:cNvSpPr txBox="1"/>
          <p:nvPr/>
        </p:nvSpPr>
        <p:spPr>
          <a:xfrm>
            <a:off x="506577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55" name="!!ttl2"/>
          <p:cNvSpPr txBox="1"/>
          <p:nvPr/>
        </p:nvSpPr>
        <p:spPr>
          <a:xfrm>
            <a:off x="543153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Walk through</a:t>
            </a:r>
            <a:endParaRPr lang="en-US" sz="1400" dirty="0"/>
          </a:p>
        </p:txBody>
      </p:sp>
      <p:pic>
        <p:nvPicPr>
          <p:cNvPr id="56" name="!!img2" descr="/tmp/claude-0/-home-user-sgqy/b70fb111-7300-56ba-abe4-4b6e17d8c33e/scratchpad/assets/v5/t3.png">    </p:cNvPr>
          <p:cNvPicPr>
            <a:picLocks noChangeAspect="1"/>
          </p:cNvPicPr>
          <p:nvPr/>
        </p:nvPicPr>
        <p:blipFill>
          <a:blip r:embed="rId4"/>
          <a:stretch>
            <a:fillRect/>
          </a:stretch>
        </p:blipFill>
        <p:spPr>
          <a:xfrm>
            <a:off x="5065776" y="2487168"/>
            <a:ext cx="457200" cy="318052"/>
          </a:xfrm>
          <a:prstGeom prst="rect">
            <a:avLst/>
          </a:prstGeom>
        </p:spPr>
      </p:pic>
      <p:sp>
        <p:nvSpPr>
          <p:cNvPr id="57" name="!!prd2"/>
          <p:cNvSpPr txBox="1"/>
          <p:nvPr/>
        </p:nvSpPr>
        <p:spPr>
          <a:xfrm>
            <a:off x="561441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Biometric E-Gate</a:t>
            </a:r>
            <a:endParaRPr lang="en-US" sz="1100" dirty="0"/>
          </a:p>
        </p:txBody>
      </p:sp>
      <p:sp>
        <p:nvSpPr>
          <p:cNvPr id="58" name="!!card3"/>
          <p:cNvSpPr/>
          <p:nvPr/>
        </p:nvSpPr>
        <p:spPr>
          <a:xfrm>
            <a:off x="713232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59" name="!!num3c"/>
          <p:cNvSpPr/>
          <p:nvPr/>
        </p:nvSpPr>
        <p:spPr>
          <a:xfrm>
            <a:off x="7260336" y="2121408"/>
            <a:ext cx="274320" cy="274320"/>
          </a:xfrm>
          <a:prstGeom prst="ellipse">
            <a:avLst/>
          </a:prstGeom>
          <a:solidFill>
            <a:schemeClr val="accent1"/>
          </a:solidFill>
          <a:ln/>
        </p:spPr>
      </p:sp>
      <p:sp>
        <p:nvSpPr>
          <p:cNvPr id="60" name="!!num3t"/>
          <p:cNvSpPr txBox="1"/>
          <p:nvPr/>
        </p:nvSpPr>
        <p:spPr>
          <a:xfrm>
            <a:off x="726033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61" name="!!ttl3"/>
          <p:cNvSpPr txBox="1"/>
          <p:nvPr/>
        </p:nvSpPr>
        <p:spPr>
          <a:xfrm>
            <a:off x="762609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Pre-screen</a:t>
            </a:r>
            <a:endParaRPr lang="en-US" sz="1400" dirty="0"/>
          </a:p>
        </p:txBody>
      </p:sp>
      <p:pic>
        <p:nvPicPr>
          <p:cNvPr id="62" name="!!img3" descr="/tmp/claude-0/-home-user-sgqy/b70fb111-7300-56ba-abe4-4b6e17d8c33e/scratchpad/assets/v5/t4.png">    </p:cNvPr>
          <p:cNvPicPr>
            <a:picLocks noChangeAspect="1"/>
          </p:cNvPicPr>
          <p:nvPr/>
        </p:nvPicPr>
        <p:blipFill>
          <a:blip r:embed="rId5"/>
          <a:stretch>
            <a:fillRect/>
          </a:stretch>
        </p:blipFill>
        <p:spPr>
          <a:xfrm>
            <a:off x="7260336" y="2487168"/>
            <a:ext cx="457200" cy="318052"/>
          </a:xfrm>
          <a:prstGeom prst="rect">
            <a:avLst/>
          </a:prstGeom>
        </p:spPr>
      </p:pic>
      <p:sp>
        <p:nvSpPr>
          <p:cNvPr id="63" name="!!prd3"/>
          <p:cNvSpPr txBox="1"/>
          <p:nvPr/>
        </p:nvSpPr>
        <p:spPr>
          <a:xfrm>
            <a:off x="780897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Profile Check</a:t>
            </a:r>
            <a:endParaRPr lang="en-US" sz="1100" dirty="0"/>
          </a:p>
        </p:txBody>
      </p:sp>
      <p:sp>
        <p:nvSpPr>
          <p:cNvPr id="64" name="!!card4"/>
          <p:cNvSpPr/>
          <p:nvPr/>
        </p:nvSpPr>
        <p:spPr>
          <a:xfrm>
            <a:off x="9326880" y="2011680"/>
            <a:ext cx="2316175"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65" name="!!num4c"/>
          <p:cNvSpPr/>
          <p:nvPr/>
        </p:nvSpPr>
        <p:spPr>
          <a:xfrm>
            <a:off x="9454896" y="2121408"/>
            <a:ext cx="274320" cy="274320"/>
          </a:xfrm>
          <a:prstGeom prst="ellipse">
            <a:avLst/>
          </a:prstGeom>
          <a:solidFill>
            <a:schemeClr val="accent1"/>
          </a:solidFill>
          <a:ln/>
        </p:spPr>
      </p:sp>
      <p:sp>
        <p:nvSpPr>
          <p:cNvPr id="66" name="!!num4t"/>
          <p:cNvSpPr txBox="1"/>
          <p:nvPr/>
        </p:nvSpPr>
        <p:spPr>
          <a:xfrm>
            <a:off x="945489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67" name="!!ttl4"/>
          <p:cNvSpPr txBox="1"/>
          <p:nvPr/>
        </p:nvSpPr>
        <p:spPr>
          <a:xfrm>
            <a:off x="9820656" y="2093976"/>
            <a:ext cx="1730959" cy="329184"/>
          </a:xfrm>
          <a:prstGeom prst="rect">
            <a:avLst/>
          </a:prstGeom>
          <a:noFill/>
          <a:ln/>
        </p:spPr>
        <p:txBody>
          <a:bodyPr wrap="square" lIns="0" tIns="0" rIns="0" bIns="0" rtlCol="0" anchor="ctr"/>
          <a:lstStyle/>
          <a:p>
            <a:pPr indent="0" marL="0">
              <a:buNone/>
            </a:pPr>
            <a:r>
              <a:rPr lang="en-US" sz="1400" b="1" dirty="0">
                <a:solidFill>
                  <a:schemeClr val="tx1"/>
                </a:solidFill>
              </a:rPr>
              <a:t>Board</a:t>
            </a:r>
            <a:endParaRPr lang="en-US" sz="1400" dirty="0"/>
          </a:p>
        </p:txBody>
      </p:sp>
      <p:pic>
        <p:nvPicPr>
          <p:cNvPr id="68" name="!!img4" descr="/tmp/claude-0/-home-user-sgqy/b70fb111-7300-56ba-abe4-4b6e17d8c33e/scratchpad/assets/v5/t5.png">    </p:cNvPr>
          <p:cNvPicPr>
            <a:picLocks noChangeAspect="1"/>
          </p:cNvPicPr>
          <p:nvPr/>
        </p:nvPicPr>
        <p:blipFill>
          <a:blip r:embed="rId6"/>
          <a:stretch>
            <a:fillRect/>
          </a:stretch>
        </p:blipFill>
        <p:spPr>
          <a:xfrm>
            <a:off x="9454896" y="2487168"/>
            <a:ext cx="457200" cy="318052"/>
          </a:xfrm>
          <a:prstGeom prst="rect">
            <a:avLst/>
          </a:prstGeom>
        </p:spPr>
      </p:pic>
      <p:sp>
        <p:nvSpPr>
          <p:cNvPr id="69" name="!!prd4"/>
          <p:cNvSpPr txBox="1"/>
          <p:nvPr/>
        </p:nvSpPr>
        <p:spPr>
          <a:xfrm>
            <a:off x="10003536" y="2468880"/>
            <a:ext cx="1566367" cy="347472"/>
          </a:xfrm>
          <a:prstGeom prst="rect">
            <a:avLst/>
          </a:prstGeom>
          <a:noFill/>
          <a:ln/>
        </p:spPr>
        <p:txBody>
          <a:bodyPr wrap="square" lIns="0" tIns="0" rIns="0" bIns="0" rtlCol="0" anchor="ctr"/>
          <a:lstStyle/>
          <a:p>
            <a:pPr indent="0" marL="0">
              <a:buNone/>
            </a:pPr>
            <a:r>
              <a:rPr lang="en-US" sz="1100" b="1" dirty="0">
                <a:solidFill>
                  <a:schemeClr val="accent1"/>
                </a:solidFill>
              </a:rPr>
              <a:t>Smart Boarding Kiosk</a:t>
            </a:r>
            <a:endParaRPr lang="en-US" sz="1100" dirty="0"/>
          </a:p>
        </p:txBody>
      </p:sp>
      <p:sp>
        <p:nvSpPr>
          <p:cNvPr id="70" name="!!card5"/>
          <p:cNvSpPr/>
          <p:nvPr/>
        </p:nvSpPr>
        <p:spPr>
          <a:xfrm>
            <a:off x="6080760" y="5486400"/>
            <a:ext cx="22860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71" name="!!num5c"/>
          <p:cNvSpPr/>
          <p:nvPr/>
        </p:nvSpPr>
        <p:spPr>
          <a:xfrm>
            <a:off x="6208776" y="5596128"/>
            <a:ext cx="274320" cy="274320"/>
          </a:xfrm>
          <a:prstGeom prst="ellipse">
            <a:avLst/>
          </a:prstGeom>
          <a:solidFill>
            <a:schemeClr val="accent1"/>
          </a:solidFill>
          <a:ln/>
        </p:spPr>
      </p:sp>
      <p:sp>
        <p:nvSpPr>
          <p:cNvPr id="72" name="!!num5t"/>
          <p:cNvSpPr txBox="1"/>
          <p:nvPr/>
        </p:nvSpPr>
        <p:spPr>
          <a:xfrm>
            <a:off x="6208776" y="559612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73" name="!!ttl5"/>
          <p:cNvSpPr txBox="1"/>
          <p:nvPr/>
        </p:nvSpPr>
        <p:spPr>
          <a:xfrm>
            <a:off x="6574536" y="5568696"/>
            <a:ext cx="1700784" cy="329184"/>
          </a:xfrm>
          <a:prstGeom prst="rect">
            <a:avLst/>
          </a:prstGeom>
          <a:noFill/>
          <a:ln/>
        </p:spPr>
        <p:txBody>
          <a:bodyPr wrap="square" lIns="0" tIns="0" rIns="0" bIns="0" rtlCol="0" anchor="ctr"/>
          <a:lstStyle/>
          <a:p>
            <a:pPr indent="0" marL="0">
              <a:buNone/>
            </a:pPr>
            <a:r>
              <a:rPr lang="en-US" sz="1400" b="1" dirty="0">
                <a:solidFill>
                  <a:schemeClr val="tx1"/>
                </a:solidFill>
              </a:rPr>
              <a:t>Oversee</a:t>
            </a:r>
            <a:endParaRPr lang="en-US" sz="1400" dirty="0"/>
          </a:p>
        </p:txBody>
      </p:sp>
      <p:pic>
        <p:nvPicPr>
          <p:cNvPr id="74" name="!!img5" descr="/tmp/claude-0/-home-user-sgqy/b70fb111-7300-56ba-abe4-4b6e17d8c33e/scratchpad/assets/v5/t6.png">    </p:cNvPr>
          <p:cNvPicPr>
            <a:picLocks noChangeAspect="1"/>
          </p:cNvPicPr>
          <p:nvPr/>
        </p:nvPicPr>
        <p:blipFill>
          <a:blip r:embed="rId7"/>
          <a:stretch>
            <a:fillRect/>
          </a:stretch>
        </p:blipFill>
        <p:spPr>
          <a:xfrm>
            <a:off x="6208776" y="5961888"/>
            <a:ext cx="457200" cy="318052"/>
          </a:xfrm>
          <a:prstGeom prst="rect">
            <a:avLst/>
          </a:prstGeom>
        </p:spPr>
      </p:pic>
      <p:sp>
        <p:nvSpPr>
          <p:cNvPr id="75" name="!!prd5"/>
          <p:cNvSpPr txBox="1"/>
          <p:nvPr/>
        </p:nvSpPr>
        <p:spPr>
          <a:xfrm>
            <a:off x="6757416" y="5943600"/>
            <a:ext cx="1536192" cy="347472"/>
          </a:xfrm>
          <a:prstGeom prst="rect">
            <a:avLst/>
          </a:prstGeom>
          <a:noFill/>
          <a:ln/>
        </p:spPr>
        <p:txBody>
          <a:bodyPr wrap="square" lIns="0" tIns="0" rIns="0" bIns="0" rtlCol="0" anchor="ctr"/>
          <a:lstStyle/>
          <a:p>
            <a:pPr indent="0" marL="0">
              <a:buNone/>
            </a:pPr>
            <a:r>
              <a:rPr lang="en-US" sz="1100" b="1" dirty="0">
                <a:solidFill>
                  <a:schemeClr val="accent1"/>
                </a:solidFill>
              </a:rPr>
              <a:t>AGIL® Secure ISMP</a:t>
            </a:r>
            <a:endParaRPr lang="en-US" sz="1100" dirty="0"/>
          </a:p>
        </p:txBody>
      </p:sp>
      <p:sp>
        <p:nvSpPr>
          <p:cNvPr id="76" name="obj-71">
            <a:hlinkClick r:id="rId8" tooltip="Zoom into step 1" action="ppaction://hlinksldjump"/>
          </p:cNvPr>
          <p:cNvSpPr/>
          <p:nvPr/>
        </p:nvSpPr>
        <p:spPr>
          <a:xfrm>
            <a:off x="548640" y="2011680"/>
            <a:ext cx="2057400" cy="868680"/>
          </a:xfrm>
          <a:prstGeom prst="rect">
            <a:avLst/>
          </a:prstGeom>
          <a:solidFill>
            <a:srgbClr val="FFFFFF">
              <a:alpha val="0"/>
            </a:srgbClr>
          </a:solidFill>
          <a:ln/>
        </p:spPr>
      </p:sp>
      <p:sp>
        <p:nvSpPr>
          <p:cNvPr id="77" name="obj-72">
            <a:hlinkClick r:id="rId9" tooltip="Zoom into step 1" action="ppaction://hlinksldjump"/>
          </p:cNvPr>
          <p:cNvSpPr/>
          <p:nvPr/>
        </p:nvSpPr>
        <p:spPr>
          <a:xfrm>
            <a:off x="1581912" y="4802429"/>
            <a:ext cx="548640" cy="548640"/>
          </a:xfrm>
          <a:prstGeom prst="rect">
            <a:avLst/>
          </a:prstGeom>
          <a:solidFill>
            <a:srgbClr val="FFFFFF">
              <a:alpha val="0"/>
            </a:srgbClr>
          </a:solidFill>
          <a:ln/>
        </p:spPr>
      </p:sp>
      <p:sp>
        <p:nvSpPr>
          <p:cNvPr id="78" name="obj-73">
            <a:hlinkClick r:id="rId10" tooltip="Zoom into step 2" action="ppaction://hlinksldjump"/>
          </p:cNvPr>
          <p:cNvSpPr/>
          <p:nvPr/>
        </p:nvSpPr>
        <p:spPr>
          <a:xfrm>
            <a:off x="2743200" y="2011680"/>
            <a:ext cx="2057400" cy="868680"/>
          </a:xfrm>
          <a:prstGeom prst="rect">
            <a:avLst/>
          </a:prstGeom>
          <a:solidFill>
            <a:srgbClr val="FFFFFF">
              <a:alpha val="0"/>
            </a:srgbClr>
          </a:solidFill>
          <a:ln/>
        </p:spPr>
      </p:sp>
      <p:sp>
        <p:nvSpPr>
          <p:cNvPr id="79" name="obj-74">
            <a:hlinkClick r:id="rId11" tooltip="Zoom into step 2" action="ppaction://hlinksldjump"/>
          </p:cNvPr>
          <p:cNvSpPr/>
          <p:nvPr/>
        </p:nvSpPr>
        <p:spPr>
          <a:xfrm>
            <a:off x="2725826" y="4230929"/>
            <a:ext cx="548640" cy="548640"/>
          </a:xfrm>
          <a:prstGeom prst="rect">
            <a:avLst/>
          </a:prstGeom>
          <a:solidFill>
            <a:srgbClr val="FFFFFF">
              <a:alpha val="0"/>
            </a:srgbClr>
          </a:solidFill>
          <a:ln/>
        </p:spPr>
      </p:sp>
      <p:sp>
        <p:nvSpPr>
          <p:cNvPr id="80" name="obj-75">
            <a:hlinkClick r:id="rId12" tooltip="Zoom into step 3" action="ppaction://hlinksldjump"/>
          </p:cNvPr>
          <p:cNvSpPr/>
          <p:nvPr/>
        </p:nvSpPr>
        <p:spPr>
          <a:xfrm>
            <a:off x="4937760" y="2011680"/>
            <a:ext cx="2057400" cy="868680"/>
          </a:xfrm>
          <a:prstGeom prst="rect">
            <a:avLst/>
          </a:prstGeom>
          <a:solidFill>
            <a:srgbClr val="FFFFFF">
              <a:alpha val="0"/>
            </a:srgbClr>
          </a:solidFill>
          <a:ln/>
        </p:spPr>
      </p:sp>
      <p:sp>
        <p:nvSpPr>
          <p:cNvPr id="81" name="obj-76">
            <a:hlinkClick r:id="rId13" tooltip="Zoom into step 3" action="ppaction://hlinksldjump"/>
          </p:cNvPr>
          <p:cNvSpPr/>
          <p:nvPr/>
        </p:nvSpPr>
        <p:spPr>
          <a:xfrm>
            <a:off x="4650638" y="3268066"/>
            <a:ext cx="548640" cy="548640"/>
          </a:xfrm>
          <a:prstGeom prst="rect">
            <a:avLst/>
          </a:prstGeom>
          <a:solidFill>
            <a:srgbClr val="FFFFFF">
              <a:alpha val="0"/>
            </a:srgbClr>
          </a:solidFill>
          <a:ln/>
        </p:spPr>
      </p:sp>
      <p:sp>
        <p:nvSpPr>
          <p:cNvPr id="82" name="obj-77">
            <a:hlinkClick r:id="rId14" tooltip="Zoom into step 4" action="ppaction://hlinksldjump"/>
          </p:cNvPr>
          <p:cNvSpPr/>
          <p:nvPr/>
        </p:nvSpPr>
        <p:spPr>
          <a:xfrm>
            <a:off x="7132320" y="2011680"/>
            <a:ext cx="2057400" cy="868680"/>
          </a:xfrm>
          <a:prstGeom prst="rect">
            <a:avLst/>
          </a:prstGeom>
          <a:solidFill>
            <a:srgbClr val="FFFFFF">
              <a:alpha val="0"/>
            </a:srgbClr>
          </a:solidFill>
          <a:ln/>
        </p:spPr>
      </p:sp>
      <p:sp>
        <p:nvSpPr>
          <p:cNvPr id="83" name="obj-78">
            <a:hlinkClick r:id="rId15" tooltip="Zoom into step 4" action="ppaction://hlinksldjump"/>
          </p:cNvPr>
          <p:cNvSpPr/>
          <p:nvPr/>
        </p:nvSpPr>
        <p:spPr>
          <a:xfrm>
            <a:off x="6266383" y="3803904"/>
            <a:ext cx="548640" cy="548640"/>
          </a:xfrm>
          <a:prstGeom prst="rect">
            <a:avLst/>
          </a:prstGeom>
          <a:solidFill>
            <a:srgbClr val="FFFFFF">
              <a:alpha val="0"/>
            </a:srgbClr>
          </a:solidFill>
          <a:ln/>
        </p:spPr>
      </p:sp>
      <p:sp>
        <p:nvSpPr>
          <p:cNvPr id="84" name="obj-79">
            <a:hlinkClick r:id="rId16" tooltip="Zoom into step 5" action="ppaction://hlinksldjump"/>
          </p:cNvPr>
          <p:cNvSpPr/>
          <p:nvPr/>
        </p:nvSpPr>
        <p:spPr>
          <a:xfrm>
            <a:off x="9326880" y="2011680"/>
            <a:ext cx="2316175" cy="868680"/>
          </a:xfrm>
          <a:prstGeom prst="rect">
            <a:avLst/>
          </a:prstGeom>
          <a:solidFill>
            <a:srgbClr val="FFFFFF">
              <a:alpha val="0"/>
            </a:srgbClr>
          </a:solidFill>
          <a:ln/>
        </p:spPr>
      </p:sp>
      <p:sp>
        <p:nvSpPr>
          <p:cNvPr id="85" name="obj-80">
            <a:hlinkClick r:id="rId17" tooltip="Zoom into step 5" action="ppaction://hlinksldjump"/>
          </p:cNvPr>
          <p:cNvSpPr/>
          <p:nvPr/>
        </p:nvSpPr>
        <p:spPr>
          <a:xfrm>
            <a:off x="8608162" y="4975250"/>
            <a:ext cx="548640" cy="548640"/>
          </a:xfrm>
          <a:prstGeom prst="rect">
            <a:avLst/>
          </a:prstGeom>
          <a:solidFill>
            <a:srgbClr val="FFFFFF">
              <a:alpha val="0"/>
            </a:srgbClr>
          </a:solidFill>
          <a:ln/>
        </p:spPr>
      </p:sp>
      <p:sp>
        <p:nvSpPr>
          <p:cNvPr id="86" name="obj-81">
            <a:hlinkClick r:id="rId18" tooltip="Zoom into step 6" action="ppaction://hlinksldjump"/>
          </p:cNvPr>
          <p:cNvSpPr/>
          <p:nvPr/>
        </p:nvSpPr>
        <p:spPr>
          <a:xfrm>
            <a:off x="6080760" y="5486400"/>
            <a:ext cx="2286000" cy="868680"/>
          </a:xfrm>
          <a:prstGeom prst="rect">
            <a:avLst/>
          </a:prstGeom>
          <a:solidFill>
            <a:srgbClr val="FFFFFF">
              <a:alpha val="0"/>
            </a:srgbClr>
          </a:solidFill>
          <a:ln/>
        </p:spPr>
      </p:sp>
      <p:sp>
        <p:nvSpPr>
          <p:cNvPr id="87" name="obj-82">
            <a:hlinkClick r:id="rId19" tooltip="Zoom into step 6" action="ppaction://hlinksldjump"/>
          </p:cNvPr>
          <p:cNvSpPr/>
          <p:nvPr/>
        </p:nvSpPr>
        <p:spPr>
          <a:xfrm>
            <a:off x="4942332" y="5324551"/>
            <a:ext cx="548640" cy="548640"/>
          </a:xfrm>
          <a:prstGeom prst="rect">
            <a:avLst/>
          </a:prstGeom>
          <a:solidFill>
            <a:srgbClr val="FFFFFF">
              <a:alpha val="0"/>
            </a:srgbClr>
          </a:solidFill>
          <a:ln/>
        </p:spPr>
      </p:sp>
      <p:sp>
        <p:nvSpPr>
          <p:cNvPr id="88"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0" y="0"/>
            <a:ext cx="12191695" cy="6858000"/>
          </a:xfrm>
          <a:prstGeom prst="rect">
            <a:avLst/>
          </a:prstGeom>
        </p:spPr>
      </p:pic>
      <p:sp>
        <p:nvSpPr>
          <p:cNvPr id="3" name="!!bh0"/>
          <p:cNvSpPr/>
          <p:nvPr/>
        </p:nvSpPr>
        <p:spPr>
          <a:xfrm>
            <a:off x="1463040" y="4683557"/>
            <a:ext cx="786384" cy="786384"/>
          </a:xfrm>
          <a:prstGeom prst="ellipse">
            <a:avLst/>
          </a:prstGeom>
          <a:solidFill>
            <a:schemeClr val="accent1">
              <a:alpha val="28000"/>
            </a:schemeClr>
          </a:solidFill>
          <a:ln/>
        </p:spPr>
      </p:sp>
      <p:sp>
        <p:nvSpPr>
          <p:cNvPr id="4" name="!!bc0"/>
          <p:cNvSpPr/>
          <p:nvPr/>
        </p:nvSpPr>
        <p:spPr>
          <a:xfrm>
            <a:off x="1709928" y="4930445"/>
            <a:ext cx="292608" cy="292608"/>
          </a:xfrm>
          <a:prstGeom prst="ellipse">
            <a:avLst/>
          </a:prstGeom>
          <a:solidFill>
            <a:schemeClr val="accent1"/>
          </a:solidFill>
          <a:ln w="15875">
            <a:solidFill>
              <a:schemeClr val="bg1"/>
            </a:solidFill>
            <a:prstDash val="solid"/>
          </a:ln>
        </p:spPr>
      </p:sp>
      <p:sp>
        <p:nvSpPr>
          <p:cNvPr id="5" name="!!bt0"/>
          <p:cNvSpPr txBox="1"/>
          <p:nvPr/>
        </p:nvSpPr>
        <p:spPr>
          <a:xfrm>
            <a:off x="1709928" y="49304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2753258" y="4258361"/>
            <a:ext cx="493776" cy="493776"/>
          </a:xfrm>
          <a:prstGeom prst="ellipse">
            <a:avLst/>
          </a:prstGeom>
          <a:solidFill>
            <a:schemeClr val="accent1">
              <a:alpha val="16000"/>
            </a:schemeClr>
          </a:solidFill>
          <a:ln/>
        </p:spPr>
      </p:sp>
      <p:sp>
        <p:nvSpPr>
          <p:cNvPr id="7" name="!!bc1"/>
          <p:cNvSpPr/>
          <p:nvPr/>
        </p:nvSpPr>
        <p:spPr>
          <a:xfrm>
            <a:off x="2853842" y="4358945"/>
            <a:ext cx="292608" cy="292608"/>
          </a:xfrm>
          <a:prstGeom prst="ellipse">
            <a:avLst/>
          </a:prstGeom>
          <a:solidFill>
            <a:schemeClr val="accent1"/>
          </a:solidFill>
          <a:ln w="15875">
            <a:solidFill>
              <a:schemeClr val="bg1"/>
            </a:solidFill>
            <a:prstDash val="solid"/>
          </a:ln>
        </p:spPr>
      </p:sp>
      <p:sp>
        <p:nvSpPr>
          <p:cNvPr id="8" name="!!bt1"/>
          <p:cNvSpPr txBox="1"/>
          <p:nvPr/>
        </p:nvSpPr>
        <p:spPr>
          <a:xfrm>
            <a:off x="2853842" y="43589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4678070" y="3295498"/>
            <a:ext cx="493776" cy="493776"/>
          </a:xfrm>
          <a:prstGeom prst="ellipse">
            <a:avLst/>
          </a:prstGeom>
          <a:solidFill>
            <a:schemeClr val="accent1">
              <a:alpha val="16000"/>
            </a:schemeClr>
          </a:solidFill>
          <a:ln/>
        </p:spPr>
      </p:sp>
      <p:sp>
        <p:nvSpPr>
          <p:cNvPr id="10" name="!!bc2"/>
          <p:cNvSpPr/>
          <p:nvPr/>
        </p:nvSpPr>
        <p:spPr>
          <a:xfrm>
            <a:off x="4778654" y="3396082"/>
            <a:ext cx="292608" cy="292608"/>
          </a:xfrm>
          <a:prstGeom prst="ellipse">
            <a:avLst/>
          </a:prstGeom>
          <a:solidFill>
            <a:schemeClr val="accent1"/>
          </a:solidFill>
          <a:ln w="15875">
            <a:solidFill>
              <a:schemeClr val="bg1"/>
            </a:solidFill>
            <a:prstDash val="solid"/>
          </a:ln>
        </p:spPr>
      </p:sp>
      <p:sp>
        <p:nvSpPr>
          <p:cNvPr id="11" name="!!bt2"/>
          <p:cNvSpPr txBox="1"/>
          <p:nvPr/>
        </p:nvSpPr>
        <p:spPr>
          <a:xfrm>
            <a:off x="4778654" y="3396082"/>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293815" y="3831336"/>
            <a:ext cx="493776" cy="493776"/>
          </a:xfrm>
          <a:prstGeom prst="ellipse">
            <a:avLst/>
          </a:prstGeom>
          <a:solidFill>
            <a:schemeClr val="accent1">
              <a:alpha val="16000"/>
            </a:schemeClr>
          </a:solidFill>
          <a:ln/>
        </p:spPr>
      </p:sp>
      <p:sp>
        <p:nvSpPr>
          <p:cNvPr id="13" name="!!bc3"/>
          <p:cNvSpPr/>
          <p:nvPr/>
        </p:nvSpPr>
        <p:spPr>
          <a:xfrm>
            <a:off x="6394399" y="3931920"/>
            <a:ext cx="292608" cy="292608"/>
          </a:xfrm>
          <a:prstGeom prst="ellipse">
            <a:avLst/>
          </a:prstGeom>
          <a:solidFill>
            <a:schemeClr val="accent1"/>
          </a:solidFill>
          <a:ln w="15875">
            <a:solidFill>
              <a:schemeClr val="bg1"/>
            </a:solidFill>
            <a:prstDash val="solid"/>
          </a:ln>
        </p:spPr>
      </p:sp>
      <p:sp>
        <p:nvSpPr>
          <p:cNvPr id="14" name="!!bt3"/>
          <p:cNvSpPr txBox="1"/>
          <p:nvPr/>
        </p:nvSpPr>
        <p:spPr>
          <a:xfrm>
            <a:off x="6394399" y="39319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8635594" y="5002682"/>
            <a:ext cx="493776" cy="493776"/>
          </a:xfrm>
          <a:prstGeom prst="ellipse">
            <a:avLst/>
          </a:prstGeom>
          <a:solidFill>
            <a:schemeClr val="accent1">
              <a:alpha val="16000"/>
            </a:schemeClr>
          </a:solidFill>
          <a:ln/>
        </p:spPr>
      </p:sp>
      <p:sp>
        <p:nvSpPr>
          <p:cNvPr id="16" name="!!bc4"/>
          <p:cNvSpPr/>
          <p:nvPr/>
        </p:nvSpPr>
        <p:spPr>
          <a:xfrm>
            <a:off x="8736178" y="5103266"/>
            <a:ext cx="292608" cy="292608"/>
          </a:xfrm>
          <a:prstGeom prst="ellipse">
            <a:avLst/>
          </a:prstGeom>
          <a:solidFill>
            <a:schemeClr val="accent1"/>
          </a:solidFill>
          <a:ln w="15875">
            <a:solidFill>
              <a:schemeClr val="bg1"/>
            </a:solidFill>
            <a:prstDash val="solid"/>
          </a:ln>
        </p:spPr>
      </p:sp>
      <p:sp>
        <p:nvSpPr>
          <p:cNvPr id="17" name="!!bt4"/>
          <p:cNvSpPr txBox="1"/>
          <p:nvPr/>
        </p:nvSpPr>
        <p:spPr>
          <a:xfrm>
            <a:off x="8736178" y="510326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969764" y="5351983"/>
            <a:ext cx="493776" cy="493776"/>
          </a:xfrm>
          <a:prstGeom prst="ellipse">
            <a:avLst/>
          </a:prstGeom>
          <a:solidFill>
            <a:schemeClr val="accent1">
              <a:alpha val="16000"/>
            </a:schemeClr>
          </a:solidFill>
          <a:ln/>
        </p:spPr>
      </p:sp>
      <p:sp>
        <p:nvSpPr>
          <p:cNvPr id="19" name="!!bc5"/>
          <p:cNvSpPr/>
          <p:nvPr/>
        </p:nvSpPr>
        <p:spPr>
          <a:xfrm>
            <a:off x="5070348" y="5452567"/>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0348" y="545256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2"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3"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4" name="!!dim"/>
          <p:cNvSpPr/>
          <p:nvPr/>
        </p:nvSpPr>
        <p:spPr>
          <a:xfrm>
            <a:off x="0" y="2560320"/>
            <a:ext cx="12191695" cy="4297680"/>
          </a:xfrm>
          <a:prstGeom prst="rect">
            <a:avLst/>
          </a:prstGeom>
          <a:solidFill>
            <a:srgbClr val="F4F6F8">
              <a:alpha val="86000"/>
            </a:srgbClr>
          </a:solidFill>
          <a:ln/>
        </p:spPr>
      </p:sp>
      <p:sp>
        <p:nvSpPr>
          <p:cNvPr id="25" name="!!card0"/>
          <p:cNvSpPr/>
          <p:nvPr/>
        </p:nvSpPr>
        <p:spPr>
          <a:xfrm>
            <a:off x="548640" y="1965960"/>
            <a:ext cx="1755648" cy="475488"/>
          </a:xfrm>
          <a:prstGeom prst="roundRect">
            <a:avLst>
              <a:gd name="adj" fmla="val 26923"/>
            </a:avLst>
          </a:prstGeom>
          <a:solidFill>
            <a:schemeClr val="accent1"/>
          </a:solidFill>
          <a:ln/>
          <a:effectLst>
            <a:outerShdw sx="100000" sy="100000" kx="0" ky="0" algn="bl" rotWithShape="0" blurRad="203200" dist="38100" dir="5400000">
              <a:srgbClr val="0A1628">
                <a:alpha val="10000"/>
              </a:srgbClr>
            </a:outerShdw>
          </a:effectLst>
        </p:spPr>
      </p:sp>
      <p:sp>
        <p:nvSpPr>
          <p:cNvPr id="26" name="!!num0c"/>
          <p:cNvSpPr/>
          <p:nvPr/>
        </p:nvSpPr>
        <p:spPr>
          <a:xfrm>
            <a:off x="658368" y="2066544"/>
            <a:ext cx="274320" cy="274320"/>
          </a:xfrm>
          <a:prstGeom prst="ellipse">
            <a:avLst/>
          </a:prstGeom>
          <a:solidFill>
            <a:schemeClr val="bg1"/>
          </a:solidFill>
          <a:ln/>
        </p:spPr>
      </p:sp>
      <p:sp>
        <p:nvSpPr>
          <p:cNvPr id="27" name="!!num0t"/>
          <p:cNvSpPr txBox="1"/>
          <p:nvPr/>
        </p:nvSpPr>
        <p:spPr>
          <a:xfrm>
            <a:off x="658368" y="2066544"/>
            <a:ext cx="274320" cy="274320"/>
          </a:xfrm>
          <a:prstGeom prst="rect">
            <a:avLst/>
          </a:prstGeom>
          <a:noFill/>
          <a:ln/>
        </p:spPr>
        <p:txBody>
          <a:bodyPr wrap="square" lIns="0" tIns="0" rIns="0" bIns="0" rtlCol="0" anchor="ctr"/>
          <a:lstStyle/>
          <a:p>
            <a:pPr algn="ctr" indent="0" marL="0">
              <a:buNone/>
            </a:pPr>
            <a:r>
              <a:rPr lang="en-US" sz="1200" b="1" dirty="0">
                <a:solidFill>
                  <a:schemeClr val="accent1"/>
                </a:solidFill>
              </a:rPr>
              <a:t>1</a:t>
            </a:r>
            <a:endParaRPr lang="en-US" sz="1200" dirty="0"/>
          </a:p>
        </p:txBody>
      </p:sp>
      <p:sp>
        <p:nvSpPr>
          <p:cNvPr id="28" name="!!ttl0"/>
          <p:cNvSpPr txBox="1"/>
          <p:nvPr/>
        </p:nvSpPr>
        <p:spPr>
          <a:xfrm>
            <a:off x="1005840" y="1965960"/>
            <a:ext cx="1243584" cy="475488"/>
          </a:xfrm>
          <a:prstGeom prst="rect">
            <a:avLst/>
          </a:prstGeom>
          <a:noFill/>
          <a:ln/>
        </p:spPr>
        <p:txBody>
          <a:bodyPr wrap="square" lIns="0" tIns="0" rIns="0" bIns="0" rtlCol="0" anchor="ctr"/>
          <a:lstStyle/>
          <a:p>
            <a:pPr indent="0" marL="0">
              <a:buNone/>
            </a:pPr>
            <a:r>
              <a:rPr lang="en-US" sz="1300" b="1" dirty="0">
                <a:solidFill>
                  <a:schemeClr val="bg1"/>
                </a:solidFill>
              </a:rPr>
              <a:t>Enrol at home</a:t>
            </a:r>
            <a:endParaRPr lang="en-US" sz="1300" dirty="0"/>
          </a:p>
        </p:txBody>
      </p:sp>
      <p:sp>
        <p:nvSpPr>
          <p:cNvPr id="29" name="!!card1"/>
          <p:cNvSpPr/>
          <p:nvPr/>
        </p:nvSpPr>
        <p:spPr>
          <a:xfrm>
            <a:off x="2416393"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0" name="!!num1c"/>
          <p:cNvSpPr/>
          <p:nvPr/>
        </p:nvSpPr>
        <p:spPr>
          <a:xfrm>
            <a:off x="2526121" y="2066544"/>
            <a:ext cx="274320" cy="274320"/>
          </a:xfrm>
          <a:prstGeom prst="ellipse">
            <a:avLst/>
          </a:prstGeom>
          <a:solidFill>
            <a:schemeClr val="accent1"/>
          </a:solidFill>
          <a:ln/>
        </p:spPr>
      </p:sp>
      <p:sp>
        <p:nvSpPr>
          <p:cNvPr id="31" name="!!num1t"/>
          <p:cNvSpPr txBox="1"/>
          <p:nvPr/>
        </p:nvSpPr>
        <p:spPr>
          <a:xfrm>
            <a:off x="2526121"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2" name="!!ttl1"/>
          <p:cNvSpPr txBox="1"/>
          <p:nvPr/>
        </p:nvSpPr>
        <p:spPr>
          <a:xfrm>
            <a:off x="2873593"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Approach</a:t>
            </a:r>
            <a:endParaRPr lang="en-US" sz="1300" dirty="0"/>
          </a:p>
        </p:txBody>
      </p:sp>
      <p:sp>
        <p:nvSpPr>
          <p:cNvPr id="33" name="!!card2"/>
          <p:cNvSpPr/>
          <p:nvPr/>
        </p:nvSpPr>
        <p:spPr>
          <a:xfrm>
            <a:off x="4284147"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4" name="!!num2c"/>
          <p:cNvSpPr/>
          <p:nvPr/>
        </p:nvSpPr>
        <p:spPr>
          <a:xfrm>
            <a:off x="4393875" y="2066544"/>
            <a:ext cx="274320" cy="274320"/>
          </a:xfrm>
          <a:prstGeom prst="ellipse">
            <a:avLst/>
          </a:prstGeom>
          <a:solidFill>
            <a:schemeClr val="accent1"/>
          </a:solidFill>
          <a:ln/>
        </p:spPr>
      </p:sp>
      <p:sp>
        <p:nvSpPr>
          <p:cNvPr id="35" name="!!num2t"/>
          <p:cNvSpPr txBox="1"/>
          <p:nvPr/>
        </p:nvSpPr>
        <p:spPr>
          <a:xfrm>
            <a:off x="4393875"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6" name="!!ttl2"/>
          <p:cNvSpPr txBox="1"/>
          <p:nvPr/>
        </p:nvSpPr>
        <p:spPr>
          <a:xfrm>
            <a:off x="4741347"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Walk through</a:t>
            </a:r>
            <a:endParaRPr lang="en-US" sz="1300" dirty="0"/>
          </a:p>
        </p:txBody>
      </p:sp>
      <p:sp>
        <p:nvSpPr>
          <p:cNvPr id="37" name="!!card3"/>
          <p:cNvSpPr/>
          <p:nvPr/>
        </p:nvSpPr>
        <p:spPr>
          <a:xfrm>
            <a:off x="6151900"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8" name="!!num3c"/>
          <p:cNvSpPr/>
          <p:nvPr/>
        </p:nvSpPr>
        <p:spPr>
          <a:xfrm>
            <a:off x="6261628" y="2066544"/>
            <a:ext cx="274320" cy="274320"/>
          </a:xfrm>
          <a:prstGeom prst="ellipse">
            <a:avLst/>
          </a:prstGeom>
          <a:solidFill>
            <a:schemeClr val="accent1"/>
          </a:solidFill>
          <a:ln/>
        </p:spPr>
      </p:sp>
      <p:sp>
        <p:nvSpPr>
          <p:cNvPr id="39" name="!!num3t"/>
          <p:cNvSpPr txBox="1"/>
          <p:nvPr/>
        </p:nvSpPr>
        <p:spPr>
          <a:xfrm>
            <a:off x="6261628"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0" name="!!ttl3"/>
          <p:cNvSpPr txBox="1"/>
          <p:nvPr/>
        </p:nvSpPr>
        <p:spPr>
          <a:xfrm>
            <a:off x="6609100"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Pre-screen</a:t>
            </a:r>
            <a:endParaRPr lang="en-US" sz="1300" dirty="0"/>
          </a:p>
        </p:txBody>
      </p:sp>
      <p:sp>
        <p:nvSpPr>
          <p:cNvPr id="41" name="!!card4"/>
          <p:cNvSpPr/>
          <p:nvPr/>
        </p:nvSpPr>
        <p:spPr>
          <a:xfrm>
            <a:off x="8019654"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42" name="!!num4c"/>
          <p:cNvSpPr/>
          <p:nvPr/>
        </p:nvSpPr>
        <p:spPr>
          <a:xfrm>
            <a:off x="8129382" y="2066544"/>
            <a:ext cx="274320" cy="274320"/>
          </a:xfrm>
          <a:prstGeom prst="ellipse">
            <a:avLst/>
          </a:prstGeom>
          <a:solidFill>
            <a:schemeClr val="accent1"/>
          </a:solidFill>
          <a:ln/>
        </p:spPr>
      </p:sp>
      <p:sp>
        <p:nvSpPr>
          <p:cNvPr id="43" name="!!num4t"/>
          <p:cNvSpPr txBox="1"/>
          <p:nvPr/>
        </p:nvSpPr>
        <p:spPr>
          <a:xfrm>
            <a:off x="8129382"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44" name="!!ttl4"/>
          <p:cNvSpPr txBox="1"/>
          <p:nvPr/>
        </p:nvSpPr>
        <p:spPr>
          <a:xfrm>
            <a:off x="8476854"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Board</a:t>
            </a:r>
            <a:endParaRPr lang="en-US" sz="1300" dirty="0"/>
          </a:p>
        </p:txBody>
      </p:sp>
      <p:sp>
        <p:nvSpPr>
          <p:cNvPr id="45" name="!!card5"/>
          <p:cNvSpPr/>
          <p:nvPr/>
        </p:nvSpPr>
        <p:spPr>
          <a:xfrm>
            <a:off x="9887407"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46" name="!!num5c"/>
          <p:cNvSpPr/>
          <p:nvPr/>
        </p:nvSpPr>
        <p:spPr>
          <a:xfrm>
            <a:off x="9997135" y="2066544"/>
            <a:ext cx="274320" cy="274320"/>
          </a:xfrm>
          <a:prstGeom prst="ellipse">
            <a:avLst/>
          </a:prstGeom>
          <a:solidFill>
            <a:schemeClr val="accent1"/>
          </a:solidFill>
          <a:ln/>
        </p:spPr>
      </p:sp>
      <p:sp>
        <p:nvSpPr>
          <p:cNvPr id="47" name="!!num5t"/>
          <p:cNvSpPr txBox="1"/>
          <p:nvPr/>
        </p:nvSpPr>
        <p:spPr>
          <a:xfrm>
            <a:off x="9997135"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8" name="!!ttl5"/>
          <p:cNvSpPr txBox="1"/>
          <p:nvPr/>
        </p:nvSpPr>
        <p:spPr>
          <a:xfrm>
            <a:off x="10344607"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Oversee</a:t>
            </a:r>
            <a:endParaRPr lang="en-US" sz="1300" dirty="0"/>
          </a:p>
        </p:txBody>
      </p:sp>
      <p:sp>
        <p:nvSpPr>
          <p:cNvPr id="49" name="!!hero"/>
          <p:cNvSpPr/>
          <p:nvPr/>
        </p:nvSpPr>
        <p:spPr>
          <a:xfrm>
            <a:off x="868680" y="2670048"/>
            <a:ext cx="10451592" cy="3474720"/>
          </a:xfrm>
          <a:prstGeom prst="roundRect">
            <a:avLst>
              <a:gd name="adj" fmla="val 4737"/>
            </a:avLst>
          </a:prstGeom>
          <a:solidFill>
            <a:schemeClr val="bg1"/>
          </a:solidFill>
          <a:ln/>
          <a:effectLst>
            <a:outerShdw sx="100000" sy="100000" kx="0" ky="0" algn="bl" rotWithShape="0" blurRad="203200" dist="38100" dir="5400000">
              <a:srgbClr val="0A1628">
                <a:alpha val="10000"/>
              </a:srgbClr>
            </a:outerShdw>
          </a:effectLst>
        </p:spPr>
      </p:sp>
      <p:pic>
        <p:nvPicPr>
          <p:cNvPr id="50" name="!!img0" descr="/tmp/claude-0/-home-user-sgqy/b70fb111-7300-56ba-abe4-4b6e17d8c33e/scratchpad/assets/v5/t1.png">
            <a:hlinkClick r:id="rId3" tooltip="Zoom out" action="ppaction://hlinksldjump"/>
          </p:cNvPr>
          <p:cNvPicPr>
            <a:picLocks noChangeAspect="1"/>
          </p:cNvPicPr>
          <p:nvPr/>
        </p:nvPicPr>
        <p:blipFill>
          <a:blip r:embed="rId2"/>
          <a:stretch>
            <a:fillRect/>
          </a:stretch>
        </p:blipFill>
        <p:spPr>
          <a:xfrm>
            <a:off x="1051560" y="2834640"/>
            <a:ext cx="4521708" cy="3145536"/>
          </a:xfrm>
          <a:prstGeom prst="rect">
            <a:avLst/>
          </a:prstGeom>
        </p:spPr>
      </p:pic>
      <p:sp>
        <p:nvSpPr>
          <p:cNvPr id="51" name="h0l"/>
          <p:cNvSpPr txBox="1"/>
          <p:nvPr/>
        </p:nvSpPr>
        <p:spPr>
          <a:xfrm>
            <a:off x="5939028" y="3054096"/>
            <a:ext cx="4924044"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STEP 1 OF 6  ·  ENROL AT HOME</a:t>
            </a:r>
            <a:endParaRPr lang="en-US" sz="1100" dirty="0"/>
          </a:p>
        </p:txBody>
      </p:sp>
      <p:sp>
        <p:nvSpPr>
          <p:cNvPr id="52" name="h0n"/>
          <p:cNvSpPr txBox="1"/>
          <p:nvPr/>
        </p:nvSpPr>
        <p:spPr>
          <a:xfrm>
            <a:off x="5939028" y="3364992"/>
            <a:ext cx="4924044" cy="438912"/>
          </a:xfrm>
          <a:prstGeom prst="rect">
            <a:avLst/>
          </a:prstGeom>
          <a:noFill/>
          <a:ln/>
        </p:spPr>
        <p:txBody>
          <a:bodyPr wrap="square" lIns="0" tIns="0" rIns="0" bIns="0" rtlCol="0" anchor="t"/>
          <a:lstStyle/>
          <a:p>
            <a:pPr indent="0" marL="0">
              <a:buNone/>
            </a:pPr>
            <a:r>
              <a:rPr lang="en-US" sz="2600" b="1" dirty="0">
                <a:solidFill>
                  <a:schemeClr val="tx1"/>
                </a:solidFill>
              </a:rPr>
              <a:t>FastPass Mobile App</a:t>
            </a:r>
            <a:endParaRPr lang="en-US" sz="2600" dirty="0"/>
          </a:p>
        </p:txBody>
      </p:sp>
      <p:sp>
        <p:nvSpPr>
          <p:cNvPr id="53" name="h0d"/>
          <p:cNvSpPr txBox="1"/>
          <p:nvPr/>
        </p:nvSpPr>
        <p:spPr>
          <a:xfrm>
            <a:off x="5939028" y="3895344"/>
            <a:ext cx="4924044" cy="749808"/>
          </a:xfrm>
          <a:prstGeom prst="rect">
            <a:avLst/>
          </a:prstGeom>
          <a:noFill/>
          <a:ln/>
        </p:spPr>
        <p:txBody>
          <a:bodyPr wrap="square" lIns="0" tIns="0" rIns="0" bIns="0" rtlCol="0" anchor="t"/>
          <a:lstStyle/>
          <a:p>
            <a:pPr indent="0" marL="0">
              <a:buNone/>
            </a:pPr>
            <a:r>
              <a:rPr lang="en-US" sz="1500" dirty="0">
                <a:solidFill>
                  <a:schemeClr val="tx2"/>
                </a:solidFill>
              </a:rPr>
              <a:t>Scan the passport and take a selfie, once. The credential stays encrypted on the phone.</a:t>
            </a:r>
            <a:endParaRPr lang="en-US" sz="1500" dirty="0"/>
          </a:p>
        </p:txBody>
      </p:sp>
      <p:sp>
        <p:nvSpPr>
          <p:cNvPr id="54" name="h0f0o"/>
          <p:cNvSpPr/>
          <p:nvPr/>
        </p:nvSpPr>
        <p:spPr>
          <a:xfrm>
            <a:off x="5939028" y="5120640"/>
            <a:ext cx="329184" cy="329184"/>
          </a:xfrm>
          <a:prstGeom prst="ellipse">
            <a:avLst/>
          </a:prstGeom>
          <a:solidFill>
            <a:schemeClr val="accent1">
              <a:alpha val="12000"/>
            </a:schemeClr>
          </a:solidFill>
          <a:ln/>
        </p:spPr>
      </p:sp>
      <p:pic>
        <p:nvPicPr>
          <p:cNvPr id="55" name="h0f0i" descr="preencoded.png">    </p:cNvPr>
          <p:cNvPicPr>
            <a:picLocks noChangeAspect="1"/>
          </p:cNvPicPr>
          <p:nvPr/>
        </p:nvPicPr>
        <p:blipFill>
          <a:blip r:embed="rId4"/>
          <a:stretch>
            <a:fillRect/>
          </a:stretch>
        </p:blipFill>
        <p:spPr>
          <a:xfrm>
            <a:off x="6012180" y="5193792"/>
            <a:ext cx="182880" cy="182880"/>
          </a:xfrm>
          <a:prstGeom prst="rect">
            <a:avLst/>
          </a:prstGeom>
        </p:spPr>
      </p:pic>
      <p:sp>
        <p:nvSpPr>
          <p:cNvPr id="56" name="h0f0t"/>
          <p:cNvSpPr txBox="1"/>
          <p:nvPr/>
        </p:nvSpPr>
        <p:spPr>
          <a:xfrm>
            <a:off x="6396228" y="5120640"/>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Passport scan + selfie</a:t>
            </a:r>
            <a:endParaRPr lang="en-US" sz="1400" dirty="0"/>
          </a:p>
        </p:txBody>
      </p:sp>
      <p:sp>
        <p:nvSpPr>
          <p:cNvPr id="57" name="h0f1o"/>
          <p:cNvSpPr/>
          <p:nvPr/>
        </p:nvSpPr>
        <p:spPr>
          <a:xfrm>
            <a:off x="5939028" y="5559552"/>
            <a:ext cx="329184" cy="329184"/>
          </a:xfrm>
          <a:prstGeom prst="ellipse">
            <a:avLst/>
          </a:prstGeom>
          <a:solidFill>
            <a:schemeClr val="accent1">
              <a:alpha val="12000"/>
            </a:schemeClr>
          </a:solidFill>
          <a:ln/>
        </p:spPr>
      </p:sp>
      <p:pic>
        <p:nvPicPr>
          <p:cNvPr id="58" name="h0f1i" descr="preencoded.png">    </p:cNvPr>
          <p:cNvPicPr>
            <a:picLocks noChangeAspect="1"/>
          </p:cNvPicPr>
          <p:nvPr/>
        </p:nvPicPr>
        <p:blipFill>
          <a:blip r:embed="rId5"/>
          <a:stretch>
            <a:fillRect/>
          </a:stretch>
        </p:blipFill>
        <p:spPr>
          <a:xfrm>
            <a:off x="6012180" y="5632704"/>
            <a:ext cx="182880" cy="182880"/>
          </a:xfrm>
          <a:prstGeom prst="rect">
            <a:avLst/>
          </a:prstGeom>
        </p:spPr>
      </p:pic>
      <p:sp>
        <p:nvSpPr>
          <p:cNvPr id="59" name="h0f1t"/>
          <p:cNvSpPr txBox="1"/>
          <p:nvPr/>
        </p:nvSpPr>
        <p:spPr>
          <a:xfrm>
            <a:off x="6396228" y="5559552"/>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Credential stays on the device</a:t>
            </a:r>
            <a:endParaRPr lang="en-US" sz="1400" dirty="0"/>
          </a:p>
        </p:txBody>
      </p:sp>
      <p:sp>
        <p:nvSpPr>
          <p:cNvPr id="60" name="!!close"/>
          <p:cNvSpPr/>
          <p:nvPr/>
        </p:nvSpPr>
        <p:spPr>
          <a:xfrm>
            <a:off x="10808208" y="2816352"/>
            <a:ext cx="365760" cy="365760"/>
          </a:xfrm>
          <a:prstGeom prst="ellipse">
            <a:avLst/>
          </a:prstGeom>
          <a:solidFill>
            <a:schemeClr val="accent5"/>
          </a:solidFill>
          <a:ln/>
        </p:spPr>
      </p:sp>
      <p:pic>
        <p:nvPicPr>
          <p:cNvPr id="61" name="!!closex" descr="preencoded.png">    </p:cNvPr>
          <p:cNvPicPr>
            <a:picLocks noChangeAspect="1"/>
          </p:cNvPicPr>
          <p:nvPr/>
        </p:nvPicPr>
        <p:blipFill>
          <a:blip r:embed="rId6"/>
          <a:stretch>
            <a:fillRect/>
          </a:stretch>
        </p:blipFill>
        <p:spPr>
          <a:xfrm>
            <a:off x="10890504" y="2898648"/>
            <a:ext cx="201168" cy="201168"/>
          </a:xfrm>
          <a:prstGeom prst="rect">
            <a:avLst/>
          </a:prstGeom>
        </p:spPr>
      </p:pic>
      <p:sp>
        <p:nvSpPr>
          <p:cNvPr id="62" name="obj-83">
            <a:hlinkClick r:id="rId7" tooltip="Zoom out" action="ppaction://hlinksldjump"/>
          </p:cNvPr>
          <p:cNvSpPr/>
          <p:nvPr/>
        </p:nvSpPr>
        <p:spPr>
          <a:xfrm>
            <a:off x="10808208" y="2816352"/>
            <a:ext cx="365760" cy="365760"/>
          </a:xfrm>
          <a:prstGeom prst="rect">
            <a:avLst/>
          </a:prstGeom>
          <a:solidFill>
            <a:srgbClr val="FFFFFF">
              <a:alpha val="0"/>
            </a:srgbClr>
          </a:solidFill>
          <a:ln/>
        </p:spPr>
      </p:sp>
      <p:sp>
        <p:nvSpPr>
          <p:cNvPr id="63" name="obj-84">
            <a:hlinkClick r:id="rId8" tooltip="Zoom out" action="ppaction://hlinksldjump"/>
          </p:cNvPr>
          <p:cNvSpPr/>
          <p:nvPr/>
        </p:nvSpPr>
        <p:spPr>
          <a:xfrm>
            <a:off x="548640" y="1965960"/>
            <a:ext cx="1755648" cy="475488"/>
          </a:xfrm>
          <a:prstGeom prst="rect">
            <a:avLst/>
          </a:prstGeom>
          <a:solidFill>
            <a:srgbClr val="FFFFFF">
              <a:alpha val="0"/>
            </a:srgbClr>
          </a:solidFill>
          <a:ln/>
        </p:spPr>
      </p:sp>
      <p:sp>
        <p:nvSpPr>
          <p:cNvPr id="64" name="obj-85">
            <a:hlinkClick r:id="rId9" tooltip="Step 2" action="ppaction://hlinksldjump"/>
          </p:cNvPr>
          <p:cNvSpPr/>
          <p:nvPr/>
        </p:nvSpPr>
        <p:spPr>
          <a:xfrm>
            <a:off x="2416393" y="1965960"/>
            <a:ext cx="1755648" cy="475488"/>
          </a:xfrm>
          <a:prstGeom prst="rect">
            <a:avLst/>
          </a:prstGeom>
          <a:solidFill>
            <a:srgbClr val="FFFFFF">
              <a:alpha val="0"/>
            </a:srgbClr>
          </a:solidFill>
          <a:ln/>
        </p:spPr>
      </p:sp>
      <p:sp>
        <p:nvSpPr>
          <p:cNvPr id="65" name="obj-86">
            <a:hlinkClick r:id="rId10" tooltip="Step 3" action="ppaction://hlinksldjump"/>
          </p:cNvPr>
          <p:cNvSpPr/>
          <p:nvPr/>
        </p:nvSpPr>
        <p:spPr>
          <a:xfrm>
            <a:off x="4284147" y="1965960"/>
            <a:ext cx="1755648" cy="475488"/>
          </a:xfrm>
          <a:prstGeom prst="rect">
            <a:avLst/>
          </a:prstGeom>
          <a:solidFill>
            <a:srgbClr val="FFFFFF">
              <a:alpha val="0"/>
            </a:srgbClr>
          </a:solidFill>
          <a:ln/>
        </p:spPr>
      </p:sp>
      <p:sp>
        <p:nvSpPr>
          <p:cNvPr id="66" name="obj-87">
            <a:hlinkClick r:id="rId11" tooltip="Step 4" action="ppaction://hlinksldjump"/>
          </p:cNvPr>
          <p:cNvSpPr/>
          <p:nvPr/>
        </p:nvSpPr>
        <p:spPr>
          <a:xfrm>
            <a:off x="6151900" y="1965960"/>
            <a:ext cx="1755648" cy="475488"/>
          </a:xfrm>
          <a:prstGeom prst="rect">
            <a:avLst/>
          </a:prstGeom>
          <a:solidFill>
            <a:srgbClr val="FFFFFF">
              <a:alpha val="0"/>
            </a:srgbClr>
          </a:solidFill>
          <a:ln/>
        </p:spPr>
      </p:sp>
      <p:sp>
        <p:nvSpPr>
          <p:cNvPr id="67" name="obj-88">
            <a:hlinkClick r:id="rId12" tooltip="Step 5" action="ppaction://hlinksldjump"/>
          </p:cNvPr>
          <p:cNvSpPr/>
          <p:nvPr/>
        </p:nvSpPr>
        <p:spPr>
          <a:xfrm>
            <a:off x="8019654" y="1965960"/>
            <a:ext cx="1755648" cy="475488"/>
          </a:xfrm>
          <a:prstGeom prst="rect">
            <a:avLst/>
          </a:prstGeom>
          <a:solidFill>
            <a:srgbClr val="FFFFFF">
              <a:alpha val="0"/>
            </a:srgbClr>
          </a:solidFill>
          <a:ln/>
        </p:spPr>
      </p:sp>
      <p:sp>
        <p:nvSpPr>
          <p:cNvPr id="68" name="obj-89">
            <a:hlinkClick r:id="rId13" tooltip="Step 6" action="ppaction://hlinksldjump"/>
          </p:cNvPr>
          <p:cNvSpPr/>
          <p:nvPr/>
        </p:nvSpPr>
        <p:spPr>
          <a:xfrm>
            <a:off x="9887407" y="1965960"/>
            <a:ext cx="1755648" cy="475488"/>
          </a:xfrm>
          <a:prstGeom prst="rect">
            <a:avLst/>
          </a:prstGeom>
          <a:solidFill>
            <a:srgbClr val="FFFFFF">
              <a:alpha val="0"/>
            </a:srgbClr>
          </a:solidFill>
          <a:ln/>
        </p:spPr>
      </p:sp>
      <p:sp>
        <p:nvSpPr>
          <p:cNvPr id="69"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0" y="0"/>
            <a:ext cx="12191695" cy="6858000"/>
          </a:xfrm>
          <a:prstGeom prst="rect">
            <a:avLst/>
          </a:prstGeom>
        </p:spPr>
      </p:pic>
      <p:sp>
        <p:nvSpPr>
          <p:cNvPr id="3" name="!!bh0"/>
          <p:cNvSpPr/>
          <p:nvPr/>
        </p:nvSpPr>
        <p:spPr>
          <a:xfrm>
            <a:off x="1609344" y="4829861"/>
            <a:ext cx="493776" cy="493776"/>
          </a:xfrm>
          <a:prstGeom prst="ellipse">
            <a:avLst/>
          </a:prstGeom>
          <a:solidFill>
            <a:schemeClr val="accent1">
              <a:alpha val="16000"/>
            </a:schemeClr>
          </a:solidFill>
          <a:ln/>
        </p:spPr>
      </p:sp>
      <p:sp>
        <p:nvSpPr>
          <p:cNvPr id="4" name="!!bc0"/>
          <p:cNvSpPr/>
          <p:nvPr/>
        </p:nvSpPr>
        <p:spPr>
          <a:xfrm>
            <a:off x="1709928" y="4930445"/>
            <a:ext cx="292608" cy="292608"/>
          </a:xfrm>
          <a:prstGeom prst="ellipse">
            <a:avLst/>
          </a:prstGeom>
          <a:solidFill>
            <a:schemeClr val="accent1"/>
          </a:solidFill>
          <a:ln w="15875">
            <a:solidFill>
              <a:schemeClr val="bg1"/>
            </a:solidFill>
            <a:prstDash val="solid"/>
          </a:ln>
        </p:spPr>
      </p:sp>
      <p:sp>
        <p:nvSpPr>
          <p:cNvPr id="5" name="!!bt0"/>
          <p:cNvSpPr txBox="1"/>
          <p:nvPr/>
        </p:nvSpPr>
        <p:spPr>
          <a:xfrm>
            <a:off x="1709928" y="49304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2606954" y="4112057"/>
            <a:ext cx="786384" cy="786384"/>
          </a:xfrm>
          <a:prstGeom prst="ellipse">
            <a:avLst/>
          </a:prstGeom>
          <a:solidFill>
            <a:schemeClr val="accent1">
              <a:alpha val="28000"/>
            </a:schemeClr>
          </a:solidFill>
          <a:ln/>
        </p:spPr>
      </p:sp>
      <p:sp>
        <p:nvSpPr>
          <p:cNvPr id="7" name="!!bc1"/>
          <p:cNvSpPr/>
          <p:nvPr/>
        </p:nvSpPr>
        <p:spPr>
          <a:xfrm>
            <a:off x="2853842" y="4358945"/>
            <a:ext cx="292608" cy="292608"/>
          </a:xfrm>
          <a:prstGeom prst="ellipse">
            <a:avLst/>
          </a:prstGeom>
          <a:solidFill>
            <a:schemeClr val="accent1"/>
          </a:solidFill>
          <a:ln w="15875">
            <a:solidFill>
              <a:schemeClr val="bg1"/>
            </a:solidFill>
            <a:prstDash val="solid"/>
          </a:ln>
        </p:spPr>
      </p:sp>
      <p:sp>
        <p:nvSpPr>
          <p:cNvPr id="8" name="!!bt1"/>
          <p:cNvSpPr txBox="1"/>
          <p:nvPr/>
        </p:nvSpPr>
        <p:spPr>
          <a:xfrm>
            <a:off x="2853842" y="43589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4678070" y="3295498"/>
            <a:ext cx="493776" cy="493776"/>
          </a:xfrm>
          <a:prstGeom prst="ellipse">
            <a:avLst/>
          </a:prstGeom>
          <a:solidFill>
            <a:schemeClr val="accent1">
              <a:alpha val="16000"/>
            </a:schemeClr>
          </a:solidFill>
          <a:ln/>
        </p:spPr>
      </p:sp>
      <p:sp>
        <p:nvSpPr>
          <p:cNvPr id="10" name="!!bc2"/>
          <p:cNvSpPr/>
          <p:nvPr/>
        </p:nvSpPr>
        <p:spPr>
          <a:xfrm>
            <a:off x="4778654" y="3396082"/>
            <a:ext cx="292608" cy="292608"/>
          </a:xfrm>
          <a:prstGeom prst="ellipse">
            <a:avLst/>
          </a:prstGeom>
          <a:solidFill>
            <a:schemeClr val="accent1"/>
          </a:solidFill>
          <a:ln w="15875">
            <a:solidFill>
              <a:schemeClr val="bg1"/>
            </a:solidFill>
            <a:prstDash val="solid"/>
          </a:ln>
        </p:spPr>
      </p:sp>
      <p:sp>
        <p:nvSpPr>
          <p:cNvPr id="11" name="!!bt2"/>
          <p:cNvSpPr txBox="1"/>
          <p:nvPr/>
        </p:nvSpPr>
        <p:spPr>
          <a:xfrm>
            <a:off x="4778654" y="3396082"/>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293815" y="3831336"/>
            <a:ext cx="493776" cy="493776"/>
          </a:xfrm>
          <a:prstGeom prst="ellipse">
            <a:avLst/>
          </a:prstGeom>
          <a:solidFill>
            <a:schemeClr val="accent1">
              <a:alpha val="16000"/>
            </a:schemeClr>
          </a:solidFill>
          <a:ln/>
        </p:spPr>
      </p:sp>
      <p:sp>
        <p:nvSpPr>
          <p:cNvPr id="13" name="!!bc3"/>
          <p:cNvSpPr/>
          <p:nvPr/>
        </p:nvSpPr>
        <p:spPr>
          <a:xfrm>
            <a:off x="6394399" y="3931920"/>
            <a:ext cx="292608" cy="292608"/>
          </a:xfrm>
          <a:prstGeom prst="ellipse">
            <a:avLst/>
          </a:prstGeom>
          <a:solidFill>
            <a:schemeClr val="accent1"/>
          </a:solidFill>
          <a:ln w="15875">
            <a:solidFill>
              <a:schemeClr val="bg1"/>
            </a:solidFill>
            <a:prstDash val="solid"/>
          </a:ln>
        </p:spPr>
      </p:sp>
      <p:sp>
        <p:nvSpPr>
          <p:cNvPr id="14" name="!!bt3"/>
          <p:cNvSpPr txBox="1"/>
          <p:nvPr/>
        </p:nvSpPr>
        <p:spPr>
          <a:xfrm>
            <a:off x="6394399" y="39319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8635594" y="5002682"/>
            <a:ext cx="493776" cy="493776"/>
          </a:xfrm>
          <a:prstGeom prst="ellipse">
            <a:avLst/>
          </a:prstGeom>
          <a:solidFill>
            <a:schemeClr val="accent1">
              <a:alpha val="16000"/>
            </a:schemeClr>
          </a:solidFill>
          <a:ln/>
        </p:spPr>
      </p:sp>
      <p:sp>
        <p:nvSpPr>
          <p:cNvPr id="16" name="!!bc4"/>
          <p:cNvSpPr/>
          <p:nvPr/>
        </p:nvSpPr>
        <p:spPr>
          <a:xfrm>
            <a:off x="8736178" y="5103266"/>
            <a:ext cx="292608" cy="292608"/>
          </a:xfrm>
          <a:prstGeom prst="ellipse">
            <a:avLst/>
          </a:prstGeom>
          <a:solidFill>
            <a:schemeClr val="accent1"/>
          </a:solidFill>
          <a:ln w="15875">
            <a:solidFill>
              <a:schemeClr val="bg1"/>
            </a:solidFill>
            <a:prstDash val="solid"/>
          </a:ln>
        </p:spPr>
      </p:sp>
      <p:sp>
        <p:nvSpPr>
          <p:cNvPr id="17" name="!!bt4"/>
          <p:cNvSpPr txBox="1"/>
          <p:nvPr/>
        </p:nvSpPr>
        <p:spPr>
          <a:xfrm>
            <a:off x="8736178" y="510326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969764" y="5351983"/>
            <a:ext cx="493776" cy="493776"/>
          </a:xfrm>
          <a:prstGeom prst="ellipse">
            <a:avLst/>
          </a:prstGeom>
          <a:solidFill>
            <a:schemeClr val="accent1">
              <a:alpha val="16000"/>
            </a:schemeClr>
          </a:solidFill>
          <a:ln/>
        </p:spPr>
      </p:sp>
      <p:sp>
        <p:nvSpPr>
          <p:cNvPr id="19" name="!!bc5"/>
          <p:cNvSpPr/>
          <p:nvPr/>
        </p:nvSpPr>
        <p:spPr>
          <a:xfrm>
            <a:off x="5070348" y="5452567"/>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0348" y="545256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2"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3"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4" name="!!dim"/>
          <p:cNvSpPr/>
          <p:nvPr/>
        </p:nvSpPr>
        <p:spPr>
          <a:xfrm>
            <a:off x="0" y="2560320"/>
            <a:ext cx="12191695" cy="4297680"/>
          </a:xfrm>
          <a:prstGeom prst="rect">
            <a:avLst/>
          </a:prstGeom>
          <a:solidFill>
            <a:srgbClr val="F4F6F8">
              <a:alpha val="86000"/>
            </a:srgbClr>
          </a:solidFill>
          <a:ln/>
        </p:spPr>
      </p:sp>
      <p:sp>
        <p:nvSpPr>
          <p:cNvPr id="25" name="!!card0"/>
          <p:cNvSpPr/>
          <p:nvPr/>
        </p:nvSpPr>
        <p:spPr>
          <a:xfrm>
            <a:off x="548640"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26" name="!!num0c"/>
          <p:cNvSpPr/>
          <p:nvPr/>
        </p:nvSpPr>
        <p:spPr>
          <a:xfrm>
            <a:off x="658368" y="2066544"/>
            <a:ext cx="274320" cy="274320"/>
          </a:xfrm>
          <a:prstGeom prst="ellipse">
            <a:avLst/>
          </a:prstGeom>
          <a:solidFill>
            <a:schemeClr val="accent1"/>
          </a:solidFill>
          <a:ln/>
        </p:spPr>
      </p:sp>
      <p:sp>
        <p:nvSpPr>
          <p:cNvPr id="27" name="!!num0t"/>
          <p:cNvSpPr txBox="1"/>
          <p:nvPr/>
        </p:nvSpPr>
        <p:spPr>
          <a:xfrm>
            <a:off x="658368"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8" name="!!ttl0"/>
          <p:cNvSpPr txBox="1"/>
          <p:nvPr/>
        </p:nvSpPr>
        <p:spPr>
          <a:xfrm>
            <a:off x="1005840"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Enrol at home</a:t>
            </a:r>
            <a:endParaRPr lang="en-US" sz="1300" dirty="0"/>
          </a:p>
        </p:txBody>
      </p:sp>
      <p:sp>
        <p:nvSpPr>
          <p:cNvPr id="29" name="!!card1"/>
          <p:cNvSpPr/>
          <p:nvPr/>
        </p:nvSpPr>
        <p:spPr>
          <a:xfrm>
            <a:off x="2416393" y="1965960"/>
            <a:ext cx="1755648" cy="475488"/>
          </a:xfrm>
          <a:prstGeom prst="roundRect">
            <a:avLst>
              <a:gd name="adj" fmla="val 26923"/>
            </a:avLst>
          </a:prstGeom>
          <a:solidFill>
            <a:schemeClr val="accent1"/>
          </a:solidFill>
          <a:ln/>
          <a:effectLst>
            <a:outerShdw sx="100000" sy="100000" kx="0" ky="0" algn="bl" rotWithShape="0" blurRad="203200" dist="38100" dir="5400000">
              <a:srgbClr val="0A1628">
                <a:alpha val="10000"/>
              </a:srgbClr>
            </a:outerShdw>
          </a:effectLst>
        </p:spPr>
      </p:sp>
      <p:sp>
        <p:nvSpPr>
          <p:cNvPr id="30" name="!!num1c"/>
          <p:cNvSpPr/>
          <p:nvPr/>
        </p:nvSpPr>
        <p:spPr>
          <a:xfrm>
            <a:off x="2526121" y="2066544"/>
            <a:ext cx="274320" cy="274320"/>
          </a:xfrm>
          <a:prstGeom prst="ellipse">
            <a:avLst/>
          </a:prstGeom>
          <a:solidFill>
            <a:schemeClr val="bg1"/>
          </a:solidFill>
          <a:ln/>
        </p:spPr>
      </p:sp>
      <p:sp>
        <p:nvSpPr>
          <p:cNvPr id="31" name="!!num1t"/>
          <p:cNvSpPr txBox="1"/>
          <p:nvPr/>
        </p:nvSpPr>
        <p:spPr>
          <a:xfrm>
            <a:off x="2526121" y="2066544"/>
            <a:ext cx="274320" cy="274320"/>
          </a:xfrm>
          <a:prstGeom prst="rect">
            <a:avLst/>
          </a:prstGeom>
          <a:noFill/>
          <a:ln/>
        </p:spPr>
        <p:txBody>
          <a:bodyPr wrap="square" lIns="0" tIns="0" rIns="0" bIns="0" rtlCol="0" anchor="ctr"/>
          <a:lstStyle/>
          <a:p>
            <a:pPr algn="ctr" indent="0" marL="0">
              <a:buNone/>
            </a:pPr>
            <a:r>
              <a:rPr lang="en-US" sz="1200" b="1" dirty="0">
                <a:solidFill>
                  <a:schemeClr val="accent1"/>
                </a:solidFill>
              </a:rPr>
              <a:t>2</a:t>
            </a:r>
            <a:endParaRPr lang="en-US" sz="1200" dirty="0"/>
          </a:p>
        </p:txBody>
      </p:sp>
      <p:sp>
        <p:nvSpPr>
          <p:cNvPr id="32" name="!!ttl1"/>
          <p:cNvSpPr txBox="1"/>
          <p:nvPr/>
        </p:nvSpPr>
        <p:spPr>
          <a:xfrm>
            <a:off x="2873593" y="1965960"/>
            <a:ext cx="1243584" cy="475488"/>
          </a:xfrm>
          <a:prstGeom prst="rect">
            <a:avLst/>
          </a:prstGeom>
          <a:noFill/>
          <a:ln/>
        </p:spPr>
        <p:txBody>
          <a:bodyPr wrap="square" lIns="0" tIns="0" rIns="0" bIns="0" rtlCol="0" anchor="ctr"/>
          <a:lstStyle/>
          <a:p>
            <a:pPr indent="0" marL="0">
              <a:buNone/>
            </a:pPr>
            <a:r>
              <a:rPr lang="en-US" sz="1300" b="1" dirty="0">
                <a:solidFill>
                  <a:schemeClr val="bg1"/>
                </a:solidFill>
              </a:rPr>
              <a:t>Approach</a:t>
            </a:r>
            <a:endParaRPr lang="en-US" sz="1300" dirty="0"/>
          </a:p>
        </p:txBody>
      </p:sp>
      <p:sp>
        <p:nvSpPr>
          <p:cNvPr id="33" name="!!card2"/>
          <p:cNvSpPr/>
          <p:nvPr/>
        </p:nvSpPr>
        <p:spPr>
          <a:xfrm>
            <a:off x="4284147"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4" name="!!num2c"/>
          <p:cNvSpPr/>
          <p:nvPr/>
        </p:nvSpPr>
        <p:spPr>
          <a:xfrm>
            <a:off x="4393875" y="2066544"/>
            <a:ext cx="274320" cy="274320"/>
          </a:xfrm>
          <a:prstGeom prst="ellipse">
            <a:avLst/>
          </a:prstGeom>
          <a:solidFill>
            <a:schemeClr val="accent1"/>
          </a:solidFill>
          <a:ln/>
        </p:spPr>
      </p:sp>
      <p:sp>
        <p:nvSpPr>
          <p:cNvPr id="35" name="!!num2t"/>
          <p:cNvSpPr txBox="1"/>
          <p:nvPr/>
        </p:nvSpPr>
        <p:spPr>
          <a:xfrm>
            <a:off x="4393875"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6" name="!!ttl2"/>
          <p:cNvSpPr txBox="1"/>
          <p:nvPr/>
        </p:nvSpPr>
        <p:spPr>
          <a:xfrm>
            <a:off x="4741347"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Walk through</a:t>
            </a:r>
            <a:endParaRPr lang="en-US" sz="1300" dirty="0"/>
          </a:p>
        </p:txBody>
      </p:sp>
      <p:sp>
        <p:nvSpPr>
          <p:cNvPr id="37" name="!!card3"/>
          <p:cNvSpPr/>
          <p:nvPr/>
        </p:nvSpPr>
        <p:spPr>
          <a:xfrm>
            <a:off x="6151900"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8" name="!!num3c"/>
          <p:cNvSpPr/>
          <p:nvPr/>
        </p:nvSpPr>
        <p:spPr>
          <a:xfrm>
            <a:off x="6261628" y="2066544"/>
            <a:ext cx="274320" cy="274320"/>
          </a:xfrm>
          <a:prstGeom prst="ellipse">
            <a:avLst/>
          </a:prstGeom>
          <a:solidFill>
            <a:schemeClr val="accent1"/>
          </a:solidFill>
          <a:ln/>
        </p:spPr>
      </p:sp>
      <p:sp>
        <p:nvSpPr>
          <p:cNvPr id="39" name="!!num3t"/>
          <p:cNvSpPr txBox="1"/>
          <p:nvPr/>
        </p:nvSpPr>
        <p:spPr>
          <a:xfrm>
            <a:off x="6261628"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0" name="!!ttl3"/>
          <p:cNvSpPr txBox="1"/>
          <p:nvPr/>
        </p:nvSpPr>
        <p:spPr>
          <a:xfrm>
            <a:off x="6609100"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Pre-screen</a:t>
            </a:r>
            <a:endParaRPr lang="en-US" sz="1300" dirty="0"/>
          </a:p>
        </p:txBody>
      </p:sp>
      <p:sp>
        <p:nvSpPr>
          <p:cNvPr id="41" name="!!card4"/>
          <p:cNvSpPr/>
          <p:nvPr/>
        </p:nvSpPr>
        <p:spPr>
          <a:xfrm>
            <a:off x="8019654"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42" name="!!num4c"/>
          <p:cNvSpPr/>
          <p:nvPr/>
        </p:nvSpPr>
        <p:spPr>
          <a:xfrm>
            <a:off x="8129382" y="2066544"/>
            <a:ext cx="274320" cy="274320"/>
          </a:xfrm>
          <a:prstGeom prst="ellipse">
            <a:avLst/>
          </a:prstGeom>
          <a:solidFill>
            <a:schemeClr val="accent1"/>
          </a:solidFill>
          <a:ln/>
        </p:spPr>
      </p:sp>
      <p:sp>
        <p:nvSpPr>
          <p:cNvPr id="43" name="!!num4t"/>
          <p:cNvSpPr txBox="1"/>
          <p:nvPr/>
        </p:nvSpPr>
        <p:spPr>
          <a:xfrm>
            <a:off x="8129382"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44" name="!!ttl4"/>
          <p:cNvSpPr txBox="1"/>
          <p:nvPr/>
        </p:nvSpPr>
        <p:spPr>
          <a:xfrm>
            <a:off x="8476854"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Board</a:t>
            </a:r>
            <a:endParaRPr lang="en-US" sz="1300" dirty="0"/>
          </a:p>
        </p:txBody>
      </p:sp>
      <p:sp>
        <p:nvSpPr>
          <p:cNvPr id="45" name="!!card5"/>
          <p:cNvSpPr/>
          <p:nvPr/>
        </p:nvSpPr>
        <p:spPr>
          <a:xfrm>
            <a:off x="9887407"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46" name="!!num5c"/>
          <p:cNvSpPr/>
          <p:nvPr/>
        </p:nvSpPr>
        <p:spPr>
          <a:xfrm>
            <a:off x="9997135" y="2066544"/>
            <a:ext cx="274320" cy="274320"/>
          </a:xfrm>
          <a:prstGeom prst="ellipse">
            <a:avLst/>
          </a:prstGeom>
          <a:solidFill>
            <a:schemeClr val="accent1"/>
          </a:solidFill>
          <a:ln/>
        </p:spPr>
      </p:sp>
      <p:sp>
        <p:nvSpPr>
          <p:cNvPr id="47" name="!!num5t"/>
          <p:cNvSpPr txBox="1"/>
          <p:nvPr/>
        </p:nvSpPr>
        <p:spPr>
          <a:xfrm>
            <a:off x="9997135"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8" name="!!ttl5"/>
          <p:cNvSpPr txBox="1"/>
          <p:nvPr/>
        </p:nvSpPr>
        <p:spPr>
          <a:xfrm>
            <a:off x="10344607"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Oversee</a:t>
            </a:r>
            <a:endParaRPr lang="en-US" sz="1300" dirty="0"/>
          </a:p>
        </p:txBody>
      </p:sp>
      <p:sp>
        <p:nvSpPr>
          <p:cNvPr id="49" name="!!hero"/>
          <p:cNvSpPr/>
          <p:nvPr/>
        </p:nvSpPr>
        <p:spPr>
          <a:xfrm>
            <a:off x="868680" y="2670048"/>
            <a:ext cx="10451592" cy="3474720"/>
          </a:xfrm>
          <a:prstGeom prst="roundRect">
            <a:avLst>
              <a:gd name="adj" fmla="val 4737"/>
            </a:avLst>
          </a:prstGeom>
          <a:solidFill>
            <a:schemeClr val="bg1"/>
          </a:solidFill>
          <a:ln/>
          <a:effectLst>
            <a:outerShdw sx="100000" sy="100000" kx="0" ky="0" algn="bl" rotWithShape="0" blurRad="203200" dist="38100" dir="5400000">
              <a:srgbClr val="0A1628">
                <a:alpha val="10000"/>
              </a:srgbClr>
            </a:outerShdw>
          </a:effectLst>
        </p:spPr>
      </p:sp>
      <p:pic>
        <p:nvPicPr>
          <p:cNvPr id="50" name="!!img1" descr="/tmp/claude-0/-home-user-sgqy/b70fb111-7300-56ba-abe4-4b6e17d8c33e/scratchpad/assets/v5/t2.png">
            <a:hlinkClick r:id="rId3" tooltip="Zoom out" action="ppaction://hlinksldjump"/>
          </p:cNvPr>
          <p:cNvPicPr>
            <a:picLocks noChangeAspect="1"/>
          </p:cNvPicPr>
          <p:nvPr/>
        </p:nvPicPr>
        <p:blipFill>
          <a:blip r:embed="rId2"/>
          <a:stretch>
            <a:fillRect/>
          </a:stretch>
        </p:blipFill>
        <p:spPr>
          <a:xfrm>
            <a:off x="1051560" y="2834640"/>
            <a:ext cx="4521708" cy="3145536"/>
          </a:xfrm>
          <a:prstGeom prst="rect">
            <a:avLst/>
          </a:prstGeom>
        </p:spPr>
      </p:pic>
      <p:sp>
        <p:nvSpPr>
          <p:cNvPr id="51" name="h1l"/>
          <p:cNvSpPr txBox="1"/>
          <p:nvPr/>
        </p:nvSpPr>
        <p:spPr>
          <a:xfrm>
            <a:off x="5939028" y="3054096"/>
            <a:ext cx="4924044"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STEP 2 OF 6  ·  APPROACH</a:t>
            </a:r>
            <a:endParaRPr lang="en-US" sz="1100" dirty="0"/>
          </a:p>
        </p:txBody>
      </p:sp>
      <p:sp>
        <p:nvSpPr>
          <p:cNvPr id="52" name="h1n"/>
          <p:cNvSpPr txBox="1"/>
          <p:nvPr/>
        </p:nvSpPr>
        <p:spPr>
          <a:xfrm>
            <a:off x="5939028" y="3364992"/>
            <a:ext cx="4924044" cy="822960"/>
          </a:xfrm>
          <a:prstGeom prst="rect">
            <a:avLst/>
          </a:prstGeom>
          <a:noFill/>
          <a:ln/>
        </p:spPr>
        <p:txBody>
          <a:bodyPr wrap="square" lIns="0" tIns="0" rIns="0" bIns="0" rtlCol="0" anchor="t"/>
          <a:lstStyle/>
          <a:p>
            <a:pPr indent="0" marL="0">
              <a:buNone/>
            </a:pPr>
            <a:r>
              <a:rPr lang="en-US" sz="2600" b="1" dirty="0">
                <a:solidFill>
                  <a:schemeClr val="tx1"/>
                </a:solidFill>
              </a:rPr>
              <a:t>FastPass Lane with BLE beacon</a:t>
            </a:r>
            <a:endParaRPr lang="en-US" sz="2600" dirty="0"/>
          </a:p>
        </p:txBody>
      </p:sp>
      <p:sp>
        <p:nvSpPr>
          <p:cNvPr id="53" name="h1d"/>
          <p:cNvSpPr txBox="1"/>
          <p:nvPr/>
        </p:nvSpPr>
        <p:spPr>
          <a:xfrm>
            <a:off x="5939028" y="4279392"/>
            <a:ext cx="4924044" cy="749808"/>
          </a:xfrm>
          <a:prstGeom prst="rect">
            <a:avLst/>
          </a:prstGeom>
          <a:noFill/>
          <a:ln/>
        </p:spPr>
        <p:txBody>
          <a:bodyPr wrap="square" lIns="0" tIns="0" rIns="0" bIns="0" rtlCol="0" anchor="t"/>
          <a:lstStyle/>
          <a:p>
            <a:pPr indent="0" marL="0">
              <a:buNone/>
            </a:pPr>
            <a:r>
              <a:rPr lang="en-US" sz="1500" dirty="0">
                <a:solidFill>
                  <a:schemeClr val="tx2"/>
                </a:solidFill>
              </a:rPr>
              <a:t>As the traveller walks up, the lane’s BLE beacon pairs with their phone.</a:t>
            </a:r>
            <a:endParaRPr lang="en-US" sz="1500" dirty="0"/>
          </a:p>
        </p:txBody>
      </p:sp>
      <p:sp>
        <p:nvSpPr>
          <p:cNvPr id="54" name="h1f0o"/>
          <p:cNvSpPr/>
          <p:nvPr/>
        </p:nvSpPr>
        <p:spPr>
          <a:xfrm>
            <a:off x="5939028" y="5120640"/>
            <a:ext cx="329184" cy="329184"/>
          </a:xfrm>
          <a:prstGeom prst="ellipse">
            <a:avLst/>
          </a:prstGeom>
          <a:solidFill>
            <a:schemeClr val="accent1">
              <a:alpha val="12000"/>
            </a:schemeClr>
          </a:solidFill>
          <a:ln/>
        </p:spPr>
      </p:sp>
      <p:pic>
        <p:nvPicPr>
          <p:cNvPr id="55" name="h1f0i" descr="preencoded.png">    </p:cNvPr>
          <p:cNvPicPr>
            <a:picLocks noChangeAspect="1"/>
          </p:cNvPicPr>
          <p:nvPr/>
        </p:nvPicPr>
        <p:blipFill>
          <a:blip r:embed="rId4"/>
          <a:stretch>
            <a:fillRect/>
          </a:stretch>
        </p:blipFill>
        <p:spPr>
          <a:xfrm>
            <a:off x="6012180" y="5193792"/>
            <a:ext cx="182880" cy="182880"/>
          </a:xfrm>
          <a:prstGeom prst="rect">
            <a:avLst/>
          </a:prstGeom>
        </p:spPr>
      </p:pic>
      <p:sp>
        <p:nvSpPr>
          <p:cNvPr id="56" name="h1f0t"/>
          <p:cNvSpPr txBox="1"/>
          <p:nvPr/>
        </p:nvSpPr>
        <p:spPr>
          <a:xfrm>
            <a:off x="6396228" y="5120640"/>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Hands-free pairing</a:t>
            </a:r>
            <a:endParaRPr lang="en-US" sz="1400" dirty="0"/>
          </a:p>
        </p:txBody>
      </p:sp>
      <p:sp>
        <p:nvSpPr>
          <p:cNvPr id="57" name="h1f1o"/>
          <p:cNvSpPr/>
          <p:nvPr/>
        </p:nvSpPr>
        <p:spPr>
          <a:xfrm>
            <a:off x="5939028" y="5559552"/>
            <a:ext cx="329184" cy="329184"/>
          </a:xfrm>
          <a:prstGeom prst="ellipse">
            <a:avLst/>
          </a:prstGeom>
          <a:solidFill>
            <a:schemeClr val="accent1">
              <a:alpha val="12000"/>
            </a:schemeClr>
          </a:solidFill>
          <a:ln/>
        </p:spPr>
      </p:sp>
      <p:pic>
        <p:nvPicPr>
          <p:cNvPr id="58" name="h1f1i" descr="preencoded.png">    </p:cNvPr>
          <p:cNvPicPr>
            <a:picLocks noChangeAspect="1"/>
          </p:cNvPicPr>
          <p:nvPr/>
        </p:nvPicPr>
        <p:blipFill>
          <a:blip r:embed="rId5"/>
          <a:stretch>
            <a:fillRect/>
          </a:stretch>
        </p:blipFill>
        <p:spPr>
          <a:xfrm>
            <a:off x="6012180" y="5632704"/>
            <a:ext cx="182880" cy="182880"/>
          </a:xfrm>
          <a:prstGeom prst="rect">
            <a:avLst/>
          </a:prstGeom>
        </p:spPr>
      </p:pic>
      <p:sp>
        <p:nvSpPr>
          <p:cNvPr id="59" name="h1f1t"/>
          <p:cNvSpPr txBox="1"/>
          <p:nvPr/>
        </p:nvSpPr>
        <p:spPr>
          <a:xfrm>
            <a:off x="6396228" y="5559552"/>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Phone stays in the pocket</a:t>
            </a:r>
            <a:endParaRPr lang="en-US" sz="1400" dirty="0"/>
          </a:p>
        </p:txBody>
      </p:sp>
      <p:sp>
        <p:nvSpPr>
          <p:cNvPr id="60" name="!!close"/>
          <p:cNvSpPr/>
          <p:nvPr/>
        </p:nvSpPr>
        <p:spPr>
          <a:xfrm>
            <a:off x="10808208" y="2816352"/>
            <a:ext cx="365760" cy="365760"/>
          </a:xfrm>
          <a:prstGeom prst="ellipse">
            <a:avLst/>
          </a:prstGeom>
          <a:solidFill>
            <a:schemeClr val="accent5"/>
          </a:solidFill>
          <a:ln/>
        </p:spPr>
      </p:sp>
      <p:pic>
        <p:nvPicPr>
          <p:cNvPr id="61" name="!!closex" descr="preencoded.png">    </p:cNvPr>
          <p:cNvPicPr>
            <a:picLocks noChangeAspect="1"/>
          </p:cNvPicPr>
          <p:nvPr/>
        </p:nvPicPr>
        <p:blipFill>
          <a:blip r:embed="rId6"/>
          <a:stretch>
            <a:fillRect/>
          </a:stretch>
        </p:blipFill>
        <p:spPr>
          <a:xfrm>
            <a:off x="10890504" y="2898648"/>
            <a:ext cx="201168" cy="201168"/>
          </a:xfrm>
          <a:prstGeom prst="rect">
            <a:avLst/>
          </a:prstGeom>
        </p:spPr>
      </p:pic>
      <p:sp>
        <p:nvSpPr>
          <p:cNvPr id="62" name="obj-90">
            <a:hlinkClick r:id="rId7" tooltip="Zoom out" action="ppaction://hlinksldjump"/>
          </p:cNvPr>
          <p:cNvSpPr/>
          <p:nvPr/>
        </p:nvSpPr>
        <p:spPr>
          <a:xfrm>
            <a:off x="10808208" y="2816352"/>
            <a:ext cx="365760" cy="365760"/>
          </a:xfrm>
          <a:prstGeom prst="rect">
            <a:avLst/>
          </a:prstGeom>
          <a:solidFill>
            <a:srgbClr val="FFFFFF">
              <a:alpha val="0"/>
            </a:srgbClr>
          </a:solidFill>
          <a:ln/>
        </p:spPr>
      </p:sp>
      <p:sp>
        <p:nvSpPr>
          <p:cNvPr id="63" name="obj-91">
            <a:hlinkClick r:id="rId8" tooltip="Step 1" action="ppaction://hlinksldjump"/>
          </p:cNvPr>
          <p:cNvSpPr/>
          <p:nvPr/>
        </p:nvSpPr>
        <p:spPr>
          <a:xfrm>
            <a:off x="548640" y="1965960"/>
            <a:ext cx="1755648" cy="475488"/>
          </a:xfrm>
          <a:prstGeom prst="rect">
            <a:avLst/>
          </a:prstGeom>
          <a:solidFill>
            <a:srgbClr val="FFFFFF">
              <a:alpha val="0"/>
            </a:srgbClr>
          </a:solidFill>
          <a:ln/>
        </p:spPr>
      </p:sp>
      <p:sp>
        <p:nvSpPr>
          <p:cNvPr id="64" name="obj-92">
            <a:hlinkClick r:id="rId9" tooltip="Zoom out" action="ppaction://hlinksldjump"/>
          </p:cNvPr>
          <p:cNvSpPr/>
          <p:nvPr/>
        </p:nvSpPr>
        <p:spPr>
          <a:xfrm>
            <a:off x="2416393" y="1965960"/>
            <a:ext cx="1755648" cy="475488"/>
          </a:xfrm>
          <a:prstGeom prst="rect">
            <a:avLst/>
          </a:prstGeom>
          <a:solidFill>
            <a:srgbClr val="FFFFFF">
              <a:alpha val="0"/>
            </a:srgbClr>
          </a:solidFill>
          <a:ln/>
        </p:spPr>
      </p:sp>
      <p:sp>
        <p:nvSpPr>
          <p:cNvPr id="65" name="obj-93">
            <a:hlinkClick r:id="rId10" tooltip="Step 3" action="ppaction://hlinksldjump"/>
          </p:cNvPr>
          <p:cNvSpPr/>
          <p:nvPr/>
        </p:nvSpPr>
        <p:spPr>
          <a:xfrm>
            <a:off x="4284147" y="1965960"/>
            <a:ext cx="1755648" cy="475488"/>
          </a:xfrm>
          <a:prstGeom prst="rect">
            <a:avLst/>
          </a:prstGeom>
          <a:solidFill>
            <a:srgbClr val="FFFFFF">
              <a:alpha val="0"/>
            </a:srgbClr>
          </a:solidFill>
          <a:ln/>
        </p:spPr>
      </p:sp>
      <p:sp>
        <p:nvSpPr>
          <p:cNvPr id="66" name="obj-94">
            <a:hlinkClick r:id="rId11" tooltip="Step 4" action="ppaction://hlinksldjump"/>
          </p:cNvPr>
          <p:cNvSpPr/>
          <p:nvPr/>
        </p:nvSpPr>
        <p:spPr>
          <a:xfrm>
            <a:off x="6151900" y="1965960"/>
            <a:ext cx="1755648" cy="475488"/>
          </a:xfrm>
          <a:prstGeom prst="rect">
            <a:avLst/>
          </a:prstGeom>
          <a:solidFill>
            <a:srgbClr val="FFFFFF">
              <a:alpha val="0"/>
            </a:srgbClr>
          </a:solidFill>
          <a:ln/>
        </p:spPr>
      </p:sp>
      <p:sp>
        <p:nvSpPr>
          <p:cNvPr id="67" name="obj-95">
            <a:hlinkClick r:id="rId12" tooltip="Step 5" action="ppaction://hlinksldjump"/>
          </p:cNvPr>
          <p:cNvSpPr/>
          <p:nvPr/>
        </p:nvSpPr>
        <p:spPr>
          <a:xfrm>
            <a:off x="8019654" y="1965960"/>
            <a:ext cx="1755648" cy="475488"/>
          </a:xfrm>
          <a:prstGeom prst="rect">
            <a:avLst/>
          </a:prstGeom>
          <a:solidFill>
            <a:srgbClr val="FFFFFF">
              <a:alpha val="0"/>
            </a:srgbClr>
          </a:solidFill>
          <a:ln/>
        </p:spPr>
      </p:sp>
      <p:sp>
        <p:nvSpPr>
          <p:cNvPr id="68" name="obj-96">
            <a:hlinkClick r:id="rId13" tooltip="Step 6" action="ppaction://hlinksldjump"/>
          </p:cNvPr>
          <p:cNvSpPr/>
          <p:nvPr/>
        </p:nvSpPr>
        <p:spPr>
          <a:xfrm>
            <a:off x="9887407" y="1965960"/>
            <a:ext cx="1755648" cy="475488"/>
          </a:xfrm>
          <a:prstGeom prst="rect">
            <a:avLst/>
          </a:prstGeom>
          <a:solidFill>
            <a:srgbClr val="FFFFFF">
              <a:alpha val="0"/>
            </a:srgbClr>
          </a:solidFill>
          <a:ln/>
        </p:spPr>
      </p:sp>
      <p:sp>
        <p:nvSpPr>
          <p:cNvPr id="69"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0" y="0"/>
            <a:ext cx="12191695" cy="6858000"/>
          </a:xfrm>
          <a:prstGeom prst="rect">
            <a:avLst/>
          </a:prstGeom>
        </p:spPr>
      </p:pic>
      <p:sp>
        <p:nvSpPr>
          <p:cNvPr id="3" name="!!bh0"/>
          <p:cNvSpPr/>
          <p:nvPr/>
        </p:nvSpPr>
        <p:spPr>
          <a:xfrm>
            <a:off x="1609344" y="4829861"/>
            <a:ext cx="493776" cy="493776"/>
          </a:xfrm>
          <a:prstGeom prst="ellipse">
            <a:avLst/>
          </a:prstGeom>
          <a:solidFill>
            <a:schemeClr val="accent1">
              <a:alpha val="16000"/>
            </a:schemeClr>
          </a:solidFill>
          <a:ln/>
        </p:spPr>
      </p:sp>
      <p:sp>
        <p:nvSpPr>
          <p:cNvPr id="4" name="!!bc0"/>
          <p:cNvSpPr/>
          <p:nvPr/>
        </p:nvSpPr>
        <p:spPr>
          <a:xfrm>
            <a:off x="1709928" y="4930445"/>
            <a:ext cx="292608" cy="292608"/>
          </a:xfrm>
          <a:prstGeom prst="ellipse">
            <a:avLst/>
          </a:prstGeom>
          <a:solidFill>
            <a:schemeClr val="accent1"/>
          </a:solidFill>
          <a:ln w="15875">
            <a:solidFill>
              <a:schemeClr val="bg1"/>
            </a:solidFill>
            <a:prstDash val="solid"/>
          </a:ln>
        </p:spPr>
      </p:sp>
      <p:sp>
        <p:nvSpPr>
          <p:cNvPr id="5" name="!!bt0"/>
          <p:cNvSpPr txBox="1"/>
          <p:nvPr/>
        </p:nvSpPr>
        <p:spPr>
          <a:xfrm>
            <a:off x="1709928" y="49304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2753258" y="4258361"/>
            <a:ext cx="493776" cy="493776"/>
          </a:xfrm>
          <a:prstGeom prst="ellipse">
            <a:avLst/>
          </a:prstGeom>
          <a:solidFill>
            <a:schemeClr val="accent1">
              <a:alpha val="16000"/>
            </a:schemeClr>
          </a:solidFill>
          <a:ln/>
        </p:spPr>
      </p:sp>
      <p:sp>
        <p:nvSpPr>
          <p:cNvPr id="7" name="!!bc1"/>
          <p:cNvSpPr/>
          <p:nvPr/>
        </p:nvSpPr>
        <p:spPr>
          <a:xfrm>
            <a:off x="2853842" y="4358945"/>
            <a:ext cx="292608" cy="292608"/>
          </a:xfrm>
          <a:prstGeom prst="ellipse">
            <a:avLst/>
          </a:prstGeom>
          <a:solidFill>
            <a:schemeClr val="accent1"/>
          </a:solidFill>
          <a:ln w="15875">
            <a:solidFill>
              <a:schemeClr val="bg1"/>
            </a:solidFill>
            <a:prstDash val="solid"/>
          </a:ln>
        </p:spPr>
      </p:sp>
      <p:sp>
        <p:nvSpPr>
          <p:cNvPr id="8" name="!!bt1"/>
          <p:cNvSpPr txBox="1"/>
          <p:nvPr/>
        </p:nvSpPr>
        <p:spPr>
          <a:xfrm>
            <a:off x="2853842" y="43589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4531766" y="3149194"/>
            <a:ext cx="786384" cy="786384"/>
          </a:xfrm>
          <a:prstGeom prst="ellipse">
            <a:avLst/>
          </a:prstGeom>
          <a:solidFill>
            <a:schemeClr val="accent1">
              <a:alpha val="28000"/>
            </a:schemeClr>
          </a:solidFill>
          <a:ln/>
        </p:spPr>
      </p:sp>
      <p:sp>
        <p:nvSpPr>
          <p:cNvPr id="10" name="!!bc2"/>
          <p:cNvSpPr/>
          <p:nvPr/>
        </p:nvSpPr>
        <p:spPr>
          <a:xfrm>
            <a:off x="4778654" y="3396082"/>
            <a:ext cx="292608" cy="292608"/>
          </a:xfrm>
          <a:prstGeom prst="ellipse">
            <a:avLst/>
          </a:prstGeom>
          <a:solidFill>
            <a:schemeClr val="accent1"/>
          </a:solidFill>
          <a:ln w="15875">
            <a:solidFill>
              <a:schemeClr val="bg1"/>
            </a:solidFill>
            <a:prstDash val="solid"/>
          </a:ln>
        </p:spPr>
      </p:sp>
      <p:sp>
        <p:nvSpPr>
          <p:cNvPr id="11" name="!!bt2"/>
          <p:cNvSpPr txBox="1"/>
          <p:nvPr/>
        </p:nvSpPr>
        <p:spPr>
          <a:xfrm>
            <a:off x="4778654" y="3396082"/>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293815" y="3831336"/>
            <a:ext cx="493776" cy="493776"/>
          </a:xfrm>
          <a:prstGeom prst="ellipse">
            <a:avLst/>
          </a:prstGeom>
          <a:solidFill>
            <a:schemeClr val="accent1">
              <a:alpha val="16000"/>
            </a:schemeClr>
          </a:solidFill>
          <a:ln/>
        </p:spPr>
      </p:sp>
      <p:sp>
        <p:nvSpPr>
          <p:cNvPr id="13" name="!!bc3"/>
          <p:cNvSpPr/>
          <p:nvPr/>
        </p:nvSpPr>
        <p:spPr>
          <a:xfrm>
            <a:off x="6394399" y="3931920"/>
            <a:ext cx="292608" cy="292608"/>
          </a:xfrm>
          <a:prstGeom prst="ellipse">
            <a:avLst/>
          </a:prstGeom>
          <a:solidFill>
            <a:schemeClr val="accent1"/>
          </a:solidFill>
          <a:ln w="15875">
            <a:solidFill>
              <a:schemeClr val="bg1"/>
            </a:solidFill>
            <a:prstDash val="solid"/>
          </a:ln>
        </p:spPr>
      </p:sp>
      <p:sp>
        <p:nvSpPr>
          <p:cNvPr id="14" name="!!bt3"/>
          <p:cNvSpPr txBox="1"/>
          <p:nvPr/>
        </p:nvSpPr>
        <p:spPr>
          <a:xfrm>
            <a:off x="6394399" y="39319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8635594" y="5002682"/>
            <a:ext cx="493776" cy="493776"/>
          </a:xfrm>
          <a:prstGeom prst="ellipse">
            <a:avLst/>
          </a:prstGeom>
          <a:solidFill>
            <a:schemeClr val="accent1">
              <a:alpha val="16000"/>
            </a:schemeClr>
          </a:solidFill>
          <a:ln/>
        </p:spPr>
      </p:sp>
      <p:sp>
        <p:nvSpPr>
          <p:cNvPr id="16" name="!!bc4"/>
          <p:cNvSpPr/>
          <p:nvPr/>
        </p:nvSpPr>
        <p:spPr>
          <a:xfrm>
            <a:off x="8736178" y="5103266"/>
            <a:ext cx="292608" cy="292608"/>
          </a:xfrm>
          <a:prstGeom prst="ellipse">
            <a:avLst/>
          </a:prstGeom>
          <a:solidFill>
            <a:schemeClr val="accent1"/>
          </a:solidFill>
          <a:ln w="15875">
            <a:solidFill>
              <a:schemeClr val="bg1"/>
            </a:solidFill>
            <a:prstDash val="solid"/>
          </a:ln>
        </p:spPr>
      </p:sp>
      <p:sp>
        <p:nvSpPr>
          <p:cNvPr id="17" name="!!bt4"/>
          <p:cNvSpPr txBox="1"/>
          <p:nvPr/>
        </p:nvSpPr>
        <p:spPr>
          <a:xfrm>
            <a:off x="8736178" y="510326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969764" y="5351983"/>
            <a:ext cx="493776" cy="493776"/>
          </a:xfrm>
          <a:prstGeom prst="ellipse">
            <a:avLst/>
          </a:prstGeom>
          <a:solidFill>
            <a:schemeClr val="accent1">
              <a:alpha val="16000"/>
            </a:schemeClr>
          </a:solidFill>
          <a:ln/>
        </p:spPr>
      </p:sp>
      <p:sp>
        <p:nvSpPr>
          <p:cNvPr id="19" name="!!bc5"/>
          <p:cNvSpPr/>
          <p:nvPr/>
        </p:nvSpPr>
        <p:spPr>
          <a:xfrm>
            <a:off x="5070348" y="5452567"/>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0348" y="545256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2"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3"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4" name="!!dim"/>
          <p:cNvSpPr/>
          <p:nvPr/>
        </p:nvSpPr>
        <p:spPr>
          <a:xfrm>
            <a:off x="0" y="2560320"/>
            <a:ext cx="12191695" cy="4297680"/>
          </a:xfrm>
          <a:prstGeom prst="rect">
            <a:avLst/>
          </a:prstGeom>
          <a:solidFill>
            <a:srgbClr val="F4F6F8">
              <a:alpha val="86000"/>
            </a:srgbClr>
          </a:solidFill>
          <a:ln/>
        </p:spPr>
      </p:sp>
      <p:sp>
        <p:nvSpPr>
          <p:cNvPr id="25" name="!!card0"/>
          <p:cNvSpPr/>
          <p:nvPr/>
        </p:nvSpPr>
        <p:spPr>
          <a:xfrm>
            <a:off x="548640"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26" name="!!num0c"/>
          <p:cNvSpPr/>
          <p:nvPr/>
        </p:nvSpPr>
        <p:spPr>
          <a:xfrm>
            <a:off x="658368" y="2066544"/>
            <a:ext cx="274320" cy="274320"/>
          </a:xfrm>
          <a:prstGeom prst="ellipse">
            <a:avLst/>
          </a:prstGeom>
          <a:solidFill>
            <a:schemeClr val="accent1"/>
          </a:solidFill>
          <a:ln/>
        </p:spPr>
      </p:sp>
      <p:sp>
        <p:nvSpPr>
          <p:cNvPr id="27" name="!!num0t"/>
          <p:cNvSpPr txBox="1"/>
          <p:nvPr/>
        </p:nvSpPr>
        <p:spPr>
          <a:xfrm>
            <a:off x="658368"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8" name="!!ttl0"/>
          <p:cNvSpPr txBox="1"/>
          <p:nvPr/>
        </p:nvSpPr>
        <p:spPr>
          <a:xfrm>
            <a:off x="1005840"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Enrol at home</a:t>
            </a:r>
            <a:endParaRPr lang="en-US" sz="1300" dirty="0"/>
          </a:p>
        </p:txBody>
      </p:sp>
      <p:sp>
        <p:nvSpPr>
          <p:cNvPr id="29" name="!!card1"/>
          <p:cNvSpPr/>
          <p:nvPr/>
        </p:nvSpPr>
        <p:spPr>
          <a:xfrm>
            <a:off x="2416393"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0" name="!!num1c"/>
          <p:cNvSpPr/>
          <p:nvPr/>
        </p:nvSpPr>
        <p:spPr>
          <a:xfrm>
            <a:off x="2526121" y="2066544"/>
            <a:ext cx="274320" cy="274320"/>
          </a:xfrm>
          <a:prstGeom prst="ellipse">
            <a:avLst/>
          </a:prstGeom>
          <a:solidFill>
            <a:schemeClr val="accent1"/>
          </a:solidFill>
          <a:ln/>
        </p:spPr>
      </p:sp>
      <p:sp>
        <p:nvSpPr>
          <p:cNvPr id="31" name="!!num1t"/>
          <p:cNvSpPr txBox="1"/>
          <p:nvPr/>
        </p:nvSpPr>
        <p:spPr>
          <a:xfrm>
            <a:off x="2526121"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2" name="!!ttl1"/>
          <p:cNvSpPr txBox="1"/>
          <p:nvPr/>
        </p:nvSpPr>
        <p:spPr>
          <a:xfrm>
            <a:off x="2873593"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Approach</a:t>
            </a:r>
            <a:endParaRPr lang="en-US" sz="1300" dirty="0"/>
          </a:p>
        </p:txBody>
      </p:sp>
      <p:sp>
        <p:nvSpPr>
          <p:cNvPr id="33" name="!!card2"/>
          <p:cNvSpPr/>
          <p:nvPr/>
        </p:nvSpPr>
        <p:spPr>
          <a:xfrm>
            <a:off x="4284147" y="1965960"/>
            <a:ext cx="1755648" cy="475488"/>
          </a:xfrm>
          <a:prstGeom prst="roundRect">
            <a:avLst>
              <a:gd name="adj" fmla="val 26923"/>
            </a:avLst>
          </a:prstGeom>
          <a:solidFill>
            <a:schemeClr val="accent1"/>
          </a:solidFill>
          <a:ln/>
          <a:effectLst>
            <a:outerShdw sx="100000" sy="100000" kx="0" ky="0" algn="bl" rotWithShape="0" blurRad="203200" dist="38100" dir="5400000">
              <a:srgbClr val="0A1628">
                <a:alpha val="10000"/>
              </a:srgbClr>
            </a:outerShdw>
          </a:effectLst>
        </p:spPr>
      </p:sp>
      <p:sp>
        <p:nvSpPr>
          <p:cNvPr id="34" name="!!num2c"/>
          <p:cNvSpPr/>
          <p:nvPr/>
        </p:nvSpPr>
        <p:spPr>
          <a:xfrm>
            <a:off x="4393875" y="2066544"/>
            <a:ext cx="274320" cy="274320"/>
          </a:xfrm>
          <a:prstGeom prst="ellipse">
            <a:avLst/>
          </a:prstGeom>
          <a:solidFill>
            <a:schemeClr val="bg1"/>
          </a:solidFill>
          <a:ln/>
        </p:spPr>
      </p:sp>
      <p:sp>
        <p:nvSpPr>
          <p:cNvPr id="35" name="!!num2t"/>
          <p:cNvSpPr txBox="1"/>
          <p:nvPr/>
        </p:nvSpPr>
        <p:spPr>
          <a:xfrm>
            <a:off x="4393875" y="2066544"/>
            <a:ext cx="274320" cy="274320"/>
          </a:xfrm>
          <a:prstGeom prst="rect">
            <a:avLst/>
          </a:prstGeom>
          <a:noFill/>
          <a:ln/>
        </p:spPr>
        <p:txBody>
          <a:bodyPr wrap="square" lIns="0" tIns="0" rIns="0" bIns="0" rtlCol="0" anchor="ctr"/>
          <a:lstStyle/>
          <a:p>
            <a:pPr algn="ctr" indent="0" marL="0">
              <a:buNone/>
            </a:pPr>
            <a:r>
              <a:rPr lang="en-US" sz="1200" b="1" dirty="0">
                <a:solidFill>
                  <a:schemeClr val="accent1"/>
                </a:solidFill>
              </a:rPr>
              <a:t>3</a:t>
            </a:r>
            <a:endParaRPr lang="en-US" sz="1200" dirty="0"/>
          </a:p>
        </p:txBody>
      </p:sp>
      <p:sp>
        <p:nvSpPr>
          <p:cNvPr id="36" name="!!ttl2"/>
          <p:cNvSpPr txBox="1"/>
          <p:nvPr/>
        </p:nvSpPr>
        <p:spPr>
          <a:xfrm>
            <a:off x="4741347" y="1965960"/>
            <a:ext cx="1243584" cy="475488"/>
          </a:xfrm>
          <a:prstGeom prst="rect">
            <a:avLst/>
          </a:prstGeom>
          <a:noFill/>
          <a:ln/>
        </p:spPr>
        <p:txBody>
          <a:bodyPr wrap="square" lIns="0" tIns="0" rIns="0" bIns="0" rtlCol="0" anchor="ctr"/>
          <a:lstStyle/>
          <a:p>
            <a:pPr indent="0" marL="0">
              <a:buNone/>
            </a:pPr>
            <a:r>
              <a:rPr lang="en-US" sz="1300" b="1" dirty="0">
                <a:solidFill>
                  <a:schemeClr val="bg1"/>
                </a:solidFill>
              </a:rPr>
              <a:t>Walk through</a:t>
            </a:r>
            <a:endParaRPr lang="en-US" sz="1300" dirty="0"/>
          </a:p>
        </p:txBody>
      </p:sp>
      <p:sp>
        <p:nvSpPr>
          <p:cNvPr id="37" name="!!card3"/>
          <p:cNvSpPr/>
          <p:nvPr/>
        </p:nvSpPr>
        <p:spPr>
          <a:xfrm>
            <a:off x="6151900"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8" name="!!num3c"/>
          <p:cNvSpPr/>
          <p:nvPr/>
        </p:nvSpPr>
        <p:spPr>
          <a:xfrm>
            <a:off x="6261628" y="2066544"/>
            <a:ext cx="274320" cy="274320"/>
          </a:xfrm>
          <a:prstGeom prst="ellipse">
            <a:avLst/>
          </a:prstGeom>
          <a:solidFill>
            <a:schemeClr val="accent1"/>
          </a:solidFill>
          <a:ln/>
        </p:spPr>
      </p:sp>
      <p:sp>
        <p:nvSpPr>
          <p:cNvPr id="39" name="!!num3t"/>
          <p:cNvSpPr txBox="1"/>
          <p:nvPr/>
        </p:nvSpPr>
        <p:spPr>
          <a:xfrm>
            <a:off x="6261628"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0" name="!!ttl3"/>
          <p:cNvSpPr txBox="1"/>
          <p:nvPr/>
        </p:nvSpPr>
        <p:spPr>
          <a:xfrm>
            <a:off x="6609100"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Pre-screen</a:t>
            </a:r>
            <a:endParaRPr lang="en-US" sz="1300" dirty="0"/>
          </a:p>
        </p:txBody>
      </p:sp>
      <p:sp>
        <p:nvSpPr>
          <p:cNvPr id="41" name="!!card4"/>
          <p:cNvSpPr/>
          <p:nvPr/>
        </p:nvSpPr>
        <p:spPr>
          <a:xfrm>
            <a:off x="8019654"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42" name="!!num4c"/>
          <p:cNvSpPr/>
          <p:nvPr/>
        </p:nvSpPr>
        <p:spPr>
          <a:xfrm>
            <a:off x="8129382" y="2066544"/>
            <a:ext cx="274320" cy="274320"/>
          </a:xfrm>
          <a:prstGeom prst="ellipse">
            <a:avLst/>
          </a:prstGeom>
          <a:solidFill>
            <a:schemeClr val="accent1"/>
          </a:solidFill>
          <a:ln/>
        </p:spPr>
      </p:sp>
      <p:sp>
        <p:nvSpPr>
          <p:cNvPr id="43" name="!!num4t"/>
          <p:cNvSpPr txBox="1"/>
          <p:nvPr/>
        </p:nvSpPr>
        <p:spPr>
          <a:xfrm>
            <a:off x="8129382"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44" name="!!ttl4"/>
          <p:cNvSpPr txBox="1"/>
          <p:nvPr/>
        </p:nvSpPr>
        <p:spPr>
          <a:xfrm>
            <a:off x="8476854"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Board</a:t>
            </a:r>
            <a:endParaRPr lang="en-US" sz="1300" dirty="0"/>
          </a:p>
        </p:txBody>
      </p:sp>
      <p:sp>
        <p:nvSpPr>
          <p:cNvPr id="45" name="!!card5"/>
          <p:cNvSpPr/>
          <p:nvPr/>
        </p:nvSpPr>
        <p:spPr>
          <a:xfrm>
            <a:off x="9887407"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46" name="!!num5c"/>
          <p:cNvSpPr/>
          <p:nvPr/>
        </p:nvSpPr>
        <p:spPr>
          <a:xfrm>
            <a:off x="9997135" y="2066544"/>
            <a:ext cx="274320" cy="274320"/>
          </a:xfrm>
          <a:prstGeom prst="ellipse">
            <a:avLst/>
          </a:prstGeom>
          <a:solidFill>
            <a:schemeClr val="accent1"/>
          </a:solidFill>
          <a:ln/>
        </p:spPr>
      </p:sp>
      <p:sp>
        <p:nvSpPr>
          <p:cNvPr id="47" name="!!num5t"/>
          <p:cNvSpPr txBox="1"/>
          <p:nvPr/>
        </p:nvSpPr>
        <p:spPr>
          <a:xfrm>
            <a:off x="9997135"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8" name="!!ttl5"/>
          <p:cNvSpPr txBox="1"/>
          <p:nvPr/>
        </p:nvSpPr>
        <p:spPr>
          <a:xfrm>
            <a:off x="10344607"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Oversee</a:t>
            </a:r>
            <a:endParaRPr lang="en-US" sz="1300" dirty="0"/>
          </a:p>
        </p:txBody>
      </p:sp>
      <p:sp>
        <p:nvSpPr>
          <p:cNvPr id="49" name="!!hero"/>
          <p:cNvSpPr/>
          <p:nvPr/>
        </p:nvSpPr>
        <p:spPr>
          <a:xfrm>
            <a:off x="868680" y="2670048"/>
            <a:ext cx="10451592" cy="3474720"/>
          </a:xfrm>
          <a:prstGeom prst="roundRect">
            <a:avLst>
              <a:gd name="adj" fmla="val 4737"/>
            </a:avLst>
          </a:prstGeom>
          <a:solidFill>
            <a:schemeClr val="bg1"/>
          </a:solidFill>
          <a:ln/>
          <a:effectLst>
            <a:outerShdw sx="100000" sy="100000" kx="0" ky="0" algn="bl" rotWithShape="0" blurRad="203200" dist="38100" dir="5400000">
              <a:srgbClr val="0A1628">
                <a:alpha val="10000"/>
              </a:srgbClr>
            </a:outerShdw>
          </a:effectLst>
        </p:spPr>
      </p:sp>
      <p:pic>
        <p:nvPicPr>
          <p:cNvPr id="50" name="!!img2" descr="/tmp/claude-0/-home-user-sgqy/b70fb111-7300-56ba-abe4-4b6e17d8c33e/scratchpad/assets/v5/t3.png">
            <a:hlinkClick r:id="rId3" tooltip="Zoom out" action="ppaction://hlinksldjump"/>
          </p:cNvPr>
          <p:cNvPicPr>
            <a:picLocks noChangeAspect="1"/>
          </p:cNvPicPr>
          <p:nvPr/>
        </p:nvPicPr>
        <p:blipFill>
          <a:blip r:embed="rId2"/>
          <a:stretch>
            <a:fillRect/>
          </a:stretch>
        </p:blipFill>
        <p:spPr>
          <a:xfrm>
            <a:off x="1051560" y="2834640"/>
            <a:ext cx="4521708" cy="3145536"/>
          </a:xfrm>
          <a:prstGeom prst="rect">
            <a:avLst/>
          </a:prstGeom>
        </p:spPr>
      </p:pic>
      <p:sp>
        <p:nvSpPr>
          <p:cNvPr id="51" name="h2l"/>
          <p:cNvSpPr txBox="1"/>
          <p:nvPr/>
        </p:nvSpPr>
        <p:spPr>
          <a:xfrm>
            <a:off x="5939028" y="3054096"/>
            <a:ext cx="4924044"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STEP 3 OF 6  ·  WALK THROUGH</a:t>
            </a:r>
            <a:endParaRPr lang="en-US" sz="1100" dirty="0"/>
          </a:p>
        </p:txBody>
      </p:sp>
      <p:sp>
        <p:nvSpPr>
          <p:cNvPr id="52" name="h2n"/>
          <p:cNvSpPr txBox="1"/>
          <p:nvPr/>
        </p:nvSpPr>
        <p:spPr>
          <a:xfrm>
            <a:off x="5939028" y="3364992"/>
            <a:ext cx="4924044" cy="438912"/>
          </a:xfrm>
          <a:prstGeom prst="rect">
            <a:avLst/>
          </a:prstGeom>
          <a:noFill/>
          <a:ln/>
        </p:spPr>
        <p:txBody>
          <a:bodyPr wrap="square" lIns="0" tIns="0" rIns="0" bIns="0" rtlCol="0" anchor="t"/>
          <a:lstStyle/>
          <a:p>
            <a:pPr indent="0" marL="0">
              <a:buNone/>
            </a:pPr>
            <a:r>
              <a:rPr lang="en-US" sz="2600" b="1" dirty="0">
                <a:solidFill>
                  <a:schemeClr val="tx1"/>
                </a:solidFill>
              </a:rPr>
              <a:t>FastPass Biometric E-Gate</a:t>
            </a:r>
            <a:endParaRPr lang="en-US" sz="2600" dirty="0"/>
          </a:p>
        </p:txBody>
      </p:sp>
      <p:sp>
        <p:nvSpPr>
          <p:cNvPr id="53" name="h2d"/>
          <p:cNvSpPr txBox="1"/>
          <p:nvPr/>
        </p:nvSpPr>
        <p:spPr>
          <a:xfrm>
            <a:off x="5939028" y="3895344"/>
            <a:ext cx="4924044" cy="749808"/>
          </a:xfrm>
          <a:prstGeom prst="rect">
            <a:avLst/>
          </a:prstGeom>
          <a:noFill/>
          <a:ln/>
        </p:spPr>
        <p:txBody>
          <a:bodyPr wrap="square" lIns="0" tIns="0" rIns="0" bIns="0" rtlCol="0" anchor="t"/>
          <a:lstStyle/>
          <a:p>
            <a:pPr indent="0" marL="0">
              <a:buNone/>
            </a:pPr>
            <a:r>
              <a:rPr lang="en-US" sz="1500" dirty="0">
                <a:solidFill>
                  <a:schemeClr val="tx2"/>
                </a:solidFill>
              </a:rPr>
              <a:t>The FR pylon matches face to phone on the move. The status TV shows the traveller “Cleared”.</a:t>
            </a:r>
            <a:endParaRPr lang="en-US" sz="1500" dirty="0"/>
          </a:p>
        </p:txBody>
      </p:sp>
      <p:sp>
        <p:nvSpPr>
          <p:cNvPr id="54" name="h2f0o"/>
          <p:cNvSpPr/>
          <p:nvPr/>
        </p:nvSpPr>
        <p:spPr>
          <a:xfrm>
            <a:off x="5939028" y="5120640"/>
            <a:ext cx="329184" cy="329184"/>
          </a:xfrm>
          <a:prstGeom prst="ellipse">
            <a:avLst/>
          </a:prstGeom>
          <a:solidFill>
            <a:schemeClr val="accent1">
              <a:alpha val="12000"/>
            </a:schemeClr>
          </a:solidFill>
          <a:ln/>
        </p:spPr>
      </p:sp>
      <p:pic>
        <p:nvPicPr>
          <p:cNvPr id="55" name="h2f0i" descr="preencoded.png">    </p:cNvPr>
          <p:cNvPicPr>
            <a:picLocks noChangeAspect="1"/>
          </p:cNvPicPr>
          <p:nvPr/>
        </p:nvPicPr>
        <p:blipFill>
          <a:blip r:embed="rId4"/>
          <a:stretch>
            <a:fillRect/>
          </a:stretch>
        </p:blipFill>
        <p:spPr>
          <a:xfrm>
            <a:off x="6012180" y="5193792"/>
            <a:ext cx="182880" cy="182880"/>
          </a:xfrm>
          <a:prstGeom prst="rect">
            <a:avLst/>
          </a:prstGeom>
        </p:spPr>
      </p:pic>
      <p:sp>
        <p:nvSpPr>
          <p:cNvPr id="56" name="h2f0t"/>
          <p:cNvSpPr txBox="1"/>
          <p:nvPr/>
        </p:nvSpPr>
        <p:spPr>
          <a:xfrm>
            <a:off x="6396228" y="5120640"/>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Two factors: face + phone</a:t>
            </a:r>
            <a:endParaRPr lang="en-US" sz="1400" dirty="0"/>
          </a:p>
        </p:txBody>
      </p:sp>
      <p:sp>
        <p:nvSpPr>
          <p:cNvPr id="57" name="h2f1o"/>
          <p:cNvSpPr/>
          <p:nvPr/>
        </p:nvSpPr>
        <p:spPr>
          <a:xfrm>
            <a:off x="5939028" y="5559552"/>
            <a:ext cx="329184" cy="329184"/>
          </a:xfrm>
          <a:prstGeom prst="ellipse">
            <a:avLst/>
          </a:prstGeom>
          <a:solidFill>
            <a:schemeClr val="accent1">
              <a:alpha val="12000"/>
            </a:schemeClr>
          </a:solidFill>
          <a:ln/>
        </p:spPr>
      </p:sp>
      <p:pic>
        <p:nvPicPr>
          <p:cNvPr id="58" name="h2f1i" descr="preencoded.png">    </p:cNvPr>
          <p:cNvPicPr>
            <a:picLocks noChangeAspect="1"/>
          </p:cNvPicPr>
          <p:nvPr/>
        </p:nvPicPr>
        <p:blipFill>
          <a:blip r:embed="rId5"/>
          <a:stretch>
            <a:fillRect/>
          </a:stretch>
        </p:blipFill>
        <p:spPr>
          <a:xfrm>
            <a:off x="6012180" y="5632704"/>
            <a:ext cx="182880" cy="182880"/>
          </a:xfrm>
          <a:prstGeom prst="rect">
            <a:avLst/>
          </a:prstGeom>
        </p:spPr>
      </p:pic>
      <p:sp>
        <p:nvSpPr>
          <p:cNvPr id="59" name="h2f1t"/>
          <p:cNvSpPr txBox="1"/>
          <p:nvPr/>
        </p:nvSpPr>
        <p:spPr>
          <a:xfrm>
            <a:off x="6396228" y="5559552"/>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Status TV feedback</a:t>
            </a:r>
            <a:endParaRPr lang="en-US" sz="1400" dirty="0"/>
          </a:p>
        </p:txBody>
      </p:sp>
      <p:sp>
        <p:nvSpPr>
          <p:cNvPr id="60" name="h2tva"/>
          <p:cNvSpPr/>
          <p:nvPr/>
        </p:nvSpPr>
        <p:spPr>
          <a:xfrm>
            <a:off x="3909060" y="4956048"/>
            <a:ext cx="1481328" cy="841248"/>
          </a:xfrm>
          <a:prstGeom prst="roundRect">
            <a:avLst>
              <a:gd name="adj" fmla="val 7609"/>
            </a:avLst>
          </a:prstGeom>
          <a:solidFill>
            <a:srgbClr val="0E1B2D"/>
          </a:solidFill>
          <a:ln w="12700">
            <a:solidFill>
              <a:schemeClr val="accent1"/>
            </a:solidFill>
            <a:prstDash val="solid"/>
          </a:ln>
          <a:effectLst>
            <a:outerShdw sx="100000" sy="100000" kx="0" ky="0" algn="bl" rotWithShape="0" blurRad="203200" dist="38100" dir="5400000">
              <a:srgbClr val="0A1628">
                <a:alpha val="10000"/>
              </a:srgbClr>
            </a:outerShdw>
          </a:effectLst>
        </p:spPr>
      </p:sp>
      <p:sp>
        <p:nvSpPr>
          <p:cNvPr id="61" name="h2tvb"/>
          <p:cNvSpPr/>
          <p:nvPr/>
        </p:nvSpPr>
        <p:spPr>
          <a:xfrm>
            <a:off x="4018788" y="5065776"/>
            <a:ext cx="329184" cy="329184"/>
          </a:xfrm>
          <a:prstGeom prst="ellipse">
            <a:avLst/>
          </a:prstGeom>
          <a:solidFill>
            <a:srgbClr val="E7CDB4"/>
          </a:solidFill>
          <a:ln/>
        </p:spPr>
      </p:sp>
      <p:sp>
        <p:nvSpPr>
          <p:cNvPr id="62" name="h2tvc"/>
          <p:cNvSpPr txBox="1"/>
          <p:nvPr/>
        </p:nvSpPr>
        <p:spPr>
          <a:xfrm>
            <a:off x="4421124" y="5056632"/>
            <a:ext cx="914400" cy="182880"/>
          </a:xfrm>
          <a:prstGeom prst="rect">
            <a:avLst/>
          </a:prstGeom>
          <a:noFill/>
          <a:ln/>
        </p:spPr>
        <p:txBody>
          <a:bodyPr wrap="square" lIns="0" tIns="0" rIns="0" bIns="0" rtlCol="0" anchor="ctr"/>
          <a:lstStyle/>
          <a:p>
            <a:pPr indent="0" marL="0">
              <a:buNone/>
            </a:pPr>
            <a:r>
              <a:rPr lang="en-US" sz="1100" b="1" dirty="0">
                <a:solidFill>
                  <a:srgbClr val="FFFFFF"/>
                </a:solidFill>
              </a:rPr>
              <a:t>TAN M. Y.</a:t>
            </a:r>
            <a:endParaRPr lang="en-US" sz="1100" dirty="0"/>
          </a:p>
        </p:txBody>
      </p:sp>
      <p:sp>
        <p:nvSpPr>
          <p:cNvPr id="63" name="h2tvd"/>
          <p:cNvSpPr txBox="1"/>
          <p:nvPr/>
        </p:nvSpPr>
        <p:spPr>
          <a:xfrm>
            <a:off x="4421124" y="5239512"/>
            <a:ext cx="914400" cy="155448"/>
          </a:xfrm>
          <a:prstGeom prst="rect">
            <a:avLst/>
          </a:prstGeom>
          <a:noFill/>
          <a:ln/>
        </p:spPr>
        <p:txBody>
          <a:bodyPr wrap="square" lIns="0" tIns="0" rIns="0" bIns="0" rtlCol="0" anchor="ctr"/>
          <a:lstStyle/>
          <a:p>
            <a:pPr indent="0" marL="0">
              <a:buNone/>
            </a:pPr>
            <a:r>
              <a:rPr lang="en-US" sz="900" dirty="0">
                <a:solidFill>
                  <a:srgbClr val="9AA8BC"/>
                </a:solidFill>
              </a:rPr>
              <a:t>SQ 322 · B12</a:t>
            </a:r>
            <a:endParaRPr lang="en-US" sz="900" dirty="0"/>
          </a:p>
        </p:txBody>
      </p:sp>
      <p:sp>
        <p:nvSpPr>
          <p:cNvPr id="64" name="h2tve"/>
          <p:cNvSpPr/>
          <p:nvPr/>
        </p:nvSpPr>
        <p:spPr>
          <a:xfrm>
            <a:off x="4018788" y="5504688"/>
            <a:ext cx="1261872" cy="201168"/>
          </a:xfrm>
          <a:prstGeom prst="roundRect">
            <a:avLst>
              <a:gd name="adj" fmla="val 50000"/>
            </a:avLst>
          </a:prstGeom>
          <a:solidFill>
            <a:schemeClr val="accent2"/>
          </a:solidFill>
          <a:ln/>
        </p:spPr>
      </p:sp>
      <p:sp>
        <p:nvSpPr>
          <p:cNvPr id="65" name="h2tvf"/>
          <p:cNvSpPr txBox="1"/>
          <p:nvPr/>
        </p:nvSpPr>
        <p:spPr>
          <a:xfrm>
            <a:off x="4018788" y="5504688"/>
            <a:ext cx="1261872" cy="201168"/>
          </a:xfrm>
          <a:prstGeom prst="rect">
            <a:avLst/>
          </a:prstGeom>
          <a:noFill/>
          <a:ln/>
        </p:spPr>
        <p:txBody>
          <a:bodyPr wrap="square" lIns="0" tIns="0" rIns="0" bIns="0" rtlCol="0" anchor="ctr"/>
          <a:lstStyle/>
          <a:p>
            <a:pPr algn="ctr" indent="0" marL="0">
              <a:buNone/>
            </a:pPr>
            <a:r>
              <a:rPr lang="en-US" sz="1000" b="1" spc="150" kern="0" dirty="0">
                <a:solidFill>
                  <a:srgbClr val="FFFFFF"/>
                </a:solidFill>
              </a:rPr>
              <a:t>CLEARED</a:t>
            </a:r>
            <a:endParaRPr lang="en-US" sz="1000" dirty="0"/>
          </a:p>
        </p:txBody>
      </p:sp>
      <p:sp>
        <p:nvSpPr>
          <p:cNvPr id="66" name="!!close"/>
          <p:cNvSpPr/>
          <p:nvPr/>
        </p:nvSpPr>
        <p:spPr>
          <a:xfrm>
            <a:off x="10808208" y="2816352"/>
            <a:ext cx="365760" cy="365760"/>
          </a:xfrm>
          <a:prstGeom prst="ellipse">
            <a:avLst/>
          </a:prstGeom>
          <a:solidFill>
            <a:schemeClr val="accent5"/>
          </a:solidFill>
          <a:ln/>
        </p:spPr>
      </p:sp>
      <p:pic>
        <p:nvPicPr>
          <p:cNvPr id="67" name="!!closex" descr="preencoded.png">    </p:cNvPr>
          <p:cNvPicPr>
            <a:picLocks noChangeAspect="1"/>
          </p:cNvPicPr>
          <p:nvPr/>
        </p:nvPicPr>
        <p:blipFill>
          <a:blip r:embed="rId6"/>
          <a:stretch>
            <a:fillRect/>
          </a:stretch>
        </p:blipFill>
        <p:spPr>
          <a:xfrm>
            <a:off x="10890504" y="2898648"/>
            <a:ext cx="201168" cy="201168"/>
          </a:xfrm>
          <a:prstGeom prst="rect">
            <a:avLst/>
          </a:prstGeom>
        </p:spPr>
      </p:pic>
      <p:sp>
        <p:nvSpPr>
          <p:cNvPr id="68" name="obj-97">
            <a:hlinkClick r:id="rId7" tooltip="Zoom out" action="ppaction://hlinksldjump"/>
          </p:cNvPr>
          <p:cNvSpPr/>
          <p:nvPr/>
        </p:nvSpPr>
        <p:spPr>
          <a:xfrm>
            <a:off x="10808208" y="2816352"/>
            <a:ext cx="365760" cy="365760"/>
          </a:xfrm>
          <a:prstGeom prst="rect">
            <a:avLst/>
          </a:prstGeom>
          <a:solidFill>
            <a:srgbClr val="FFFFFF">
              <a:alpha val="0"/>
            </a:srgbClr>
          </a:solidFill>
          <a:ln/>
        </p:spPr>
      </p:sp>
      <p:sp>
        <p:nvSpPr>
          <p:cNvPr id="69" name="obj-98">
            <a:hlinkClick r:id="rId8" tooltip="Step 1" action="ppaction://hlinksldjump"/>
          </p:cNvPr>
          <p:cNvSpPr/>
          <p:nvPr/>
        </p:nvSpPr>
        <p:spPr>
          <a:xfrm>
            <a:off x="548640" y="1965960"/>
            <a:ext cx="1755648" cy="475488"/>
          </a:xfrm>
          <a:prstGeom prst="rect">
            <a:avLst/>
          </a:prstGeom>
          <a:solidFill>
            <a:srgbClr val="FFFFFF">
              <a:alpha val="0"/>
            </a:srgbClr>
          </a:solidFill>
          <a:ln/>
        </p:spPr>
      </p:sp>
      <p:sp>
        <p:nvSpPr>
          <p:cNvPr id="70" name="obj-99">
            <a:hlinkClick r:id="rId9" tooltip="Step 2" action="ppaction://hlinksldjump"/>
          </p:cNvPr>
          <p:cNvSpPr/>
          <p:nvPr/>
        </p:nvSpPr>
        <p:spPr>
          <a:xfrm>
            <a:off x="2416393" y="1965960"/>
            <a:ext cx="1755648" cy="475488"/>
          </a:xfrm>
          <a:prstGeom prst="rect">
            <a:avLst/>
          </a:prstGeom>
          <a:solidFill>
            <a:srgbClr val="FFFFFF">
              <a:alpha val="0"/>
            </a:srgbClr>
          </a:solidFill>
          <a:ln/>
        </p:spPr>
      </p:sp>
      <p:sp>
        <p:nvSpPr>
          <p:cNvPr id="71" name="obj-100">
            <a:hlinkClick r:id="rId10" tooltip="Zoom out" action="ppaction://hlinksldjump"/>
          </p:cNvPr>
          <p:cNvSpPr/>
          <p:nvPr/>
        </p:nvSpPr>
        <p:spPr>
          <a:xfrm>
            <a:off x="4284147" y="1965960"/>
            <a:ext cx="1755648" cy="475488"/>
          </a:xfrm>
          <a:prstGeom prst="rect">
            <a:avLst/>
          </a:prstGeom>
          <a:solidFill>
            <a:srgbClr val="FFFFFF">
              <a:alpha val="0"/>
            </a:srgbClr>
          </a:solidFill>
          <a:ln/>
        </p:spPr>
      </p:sp>
      <p:sp>
        <p:nvSpPr>
          <p:cNvPr id="72" name="obj-101">
            <a:hlinkClick r:id="rId11" tooltip="Step 4" action="ppaction://hlinksldjump"/>
          </p:cNvPr>
          <p:cNvSpPr/>
          <p:nvPr/>
        </p:nvSpPr>
        <p:spPr>
          <a:xfrm>
            <a:off x="6151900" y="1965960"/>
            <a:ext cx="1755648" cy="475488"/>
          </a:xfrm>
          <a:prstGeom prst="rect">
            <a:avLst/>
          </a:prstGeom>
          <a:solidFill>
            <a:srgbClr val="FFFFFF">
              <a:alpha val="0"/>
            </a:srgbClr>
          </a:solidFill>
          <a:ln/>
        </p:spPr>
      </p:sp>
      <p:sp>
        <p:nvSpPr>
          <p:cNvPr id="73" name="obj-102">
            <a:hlinkClick r:id="rId12" tooltip="Step 5" action="ppaction://hlinksldjump"/>
          </p:cNvPr>
          <p:cNvSpPr/>
          <p:nvPr/>
        </p:nvSpPr>
        <p:spPr>
          <a:xfrm>
            <a:off x="8019654" y="1965960"/>
            <a:ext cx="1755648" cy="475488"/>
          </a:xfrm>
          <a:prstGeom prst="rect">
            <a:avLst/>
          </a:prstGeom>
          <a:solidFill>
            <a:srgbClr val="FFFFFF">
              <a:alpha val="0"/>
            </a:srgbClr>
          </a:solidFill>
          <a:ln/>
        </p:spPr>
      </p:sp>
      <p:sp>
        <p:nvSpPr>
          <p:cNvPr id="74" name="obj-103">
            <a:hlinkClick r:id="rId13" tooltip="Step 6" action="ppaction://hlinksldjump"/>
          </p:cNvPr>
          <p:cNvSpPr/>
          <p:nvPr/>
        </p:nvSpPr>
        <p:spPr>
          <a:xfrm>
            <a:off x="9887407" y="1965960"/>
            <a:ext cx="1755648" cy="475488"/>
          </a:xfrm>
          <a:prstGeom prst="rect">
            <a:avLst/>
          </a:prstGeom>
          <a:solidFill>
            <a:srgbClr val="FFFFFF">
              <a:alpha val="0"/>
            </a:srgbClr>
          </a:solidFill>
          <a:ln/>
        </p:spPr>
      </p:sp>
      <p:sp>
        <p:nvSpPr>
          <p:cNvPr id="75"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0" y="0"/>
            <a:ext cx="12191695" cy="6858000"/>
          </a:xfrm>
          <a:prstGeom prst="rect">
            <a:avLst/>
          </a:prstGeom>
        </p:spPr>
      </p:pic>
      <p:sp>
        <p:nvSpPr>
          <p:cNvPr id="3" name="!!bh0"/>
          <p:cNvSpPr/>
          <p:nvPr/>
        </p:nvSpPr>
        <p:spPr>
          <a:xfrm>
            <a:off x="1609344" y="4829861"/>
            <a:ext cx="493776" cy="493776"/>
          </a:xfrm>
          <a:prstGeom prst="ellipse">
            <a:avLst/>
          </a:prstGeom>
          <a:solidFill>
            <a:schemeClr val="accent1">
              <a:alpha val="16000"/>
            </a:schemeClr>
          </a:solidFill>
          <a:ln/>
        </p:spPr>
      </p:sp>
      <p:sp>
        <p:nvSpPr>
          <p:cNvPr id="4" name="!!bc0"/>
          <p:cNvSpPr/>
          <p:nvPr/>
        </p:nvSpPr>
        <p:spPr>
          <a:xfrm>
            <a:off x="1709928" y="4930445"/>
            <a:ext cx="292608" cy="292608"/>
          </a:xfrm>
          <a:prstGeom prst="ellipse">
            <a:avLst/>
          </a:prstGeom>
          <a:solidFill>
            <a:schemeClr val="accent1"/>
          </a:solidFill>
          <a:ln w="15875">
            <a:solidFill>
              <a:schemeClr val="bg1"/>
            </a:solidFill>
            <a:prstDash val="solid"/>
          </a:ln>
        </p:spPr>
      </p:sp>
      <p:sp>
        <p:nvSpPr>
          <p:cNvPr id="5" name="!!bt0"/>
          <p:cNvSpPr txBox="1"/>
          <p:nvPr/>
        </p:nvSpPr>
        <p:spPr>
          <a:xfrm>
            <a:off x="1709928" y="49304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2753258" y="4258361"/>
            <a:ext cx="493776" cy="493776"/>
          </a:xfrm>
          <a:prstGeom prst="ellipse">
            <a:avLst/>
          </a:prstGeom>
          <a:solidFill>
            <a:schemeClr val="accent1">
              <a:alpha val="16000"/>
            </a:schemeClr>
          </a:solidFill>
          <a:ln/>
        </p:spPr>
      </p:sp>
      <p:sp>
        <p:nvSpPr>
          <p:cNvPr id="7" name="!!bc1"/>
          <p:cNvSpPr/>
          <p:nvPr/>
        </p:nvSpPr>
        <p:spPr>
          <a:xfrm>
            <a:off x="2853842" y="4358945"/>
            <a:ext cx="292608" cy="292608"/>
          </a:xfrm>
          <a:prstGeom prst="ellipse">
            <a:avLst/>
          </a:prstGeom>
          <a:solidFill>
            <a:schemeClr val="accent1"/>
          </a:solidFill>
          <a:ln w="15875">
            <a:solidFill>
              <a:schemeClr val="bg1"/>
            </a:solidFill>
            <a:prstDash val="solid"/>
          </a:ln>
        </p:spPr>
      </p:sp>
      <p:sp>
        <p:nvSpPr>
          <p:cNvPr id="8" name="!!bt1"/>
          <p:cNvSpPr txBox="1"/>
          <p:nvPr/>
        </p:nvSpPr>
        <p:spPr>
          <a:xfrm>
            <a:off x="2853842" y="43589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4678070" y="3295498"/>
            <a:ext cx="493776" cy="493776"/>
          </a:xfrm>
          <a:prstGeom prst="ellipse">
            <a:avLst/>
          </a:prstGeom>
          <a:solidFill>
            <a:schemeClr val="accent1">
              <a:alpha val="16000"/>
            </a:schemeClr>
          </a:solidFill>
          <a:ln/>
        </p:spPr>
      </p:sp>
      <p:sp>
        <p:nvSpPr>
          <p:cNvPr id="10" name="!!bc2"/>
          <p:cNvSpPr/>
          <p:nvPr/>
        </p:nvSpPr>
        <p:spPr>
          <a:xfrm>
            <a:off x="4778654" y="3396082"/>
            <a:ext cx="292608" cy="292608"/>
          </a:xfrm>
          <a:prstGeom prst="ellipse">
            <a:avLst/>
          </a:prstGeom>
          <a:solidFill>
            <a:schemeClr val="accent1"/>
          </a:solidFill>
          <a:ln w="15875">
            <a:solidFill>
              <a:schemeClr val="bg1"/>
            </a:solidFill>
            <a:prstDash val="solid"/>
          </a:ln>
        </p:spPr>
      </p:sp>
      <p:sp>
        <p:nvSpPr>
          <p:cNvPr id="11" name="!!bt2"/>
          <p:cNvSpPr txBox="1"/>
          <p:nvPr/>
        </p:nvSpPr>
        <p:spPr>
          <a:xfrm>
            <a:off x="4778654" y="3396082"/>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147511" y="3685032"/>
            <a:ext cx="786384" cy="786384"/>
          </a:xfrm>
          <a:prstGeom prst="ellipse">
            <a:avLst/>
          </a:prstGeom>
          <a:solidFill>
            <a:schemeClr val="accent1">
              <a:alpha val="28000"/>
            </a:schemeClr>
          </a:solidFill>
          <a:ln/>
        </p:spPr>
      </p:sp>
      <p:sp>
        <p:nvSpPr>
          <p:cNvPr id="13" name="!!bc3"/>
          <p:cNvSpPr/>
          <p:nvPr/>
        </p:nvSpPr>
        <p:spPr>
          <a:xfrm>
            <a:off x="6394399" y="3931920"/>
            <a:ext cx="292608" cy="292608"/>
          </a:xfrm>
          <a:prstGeom prst="ellipse">
            <a:avLst/>
          </a:prstGeom>
          <a:solidFill>
            <a:schemeClr val="accent1"/>
          </a:solidFill>
          <a:ln w="15875">
            <a:solidFill>
              <a:schemeClr val="bg1"/>
            </a:solidFill>
            <a:prstDash val="solid"/>
          </a:ln>
        </p:spPr>
      </p:sp>
      <p:sp>
        <p:nvSpPr>
          <p:cNvPr id="14" name="!!bt3"/>
          <p:cNvSpPr txBox="1"/>
          <p:nvPr/>
        </p:nvSpPr>
        <p:spPr>
          <a:xfrm>
            <a:off x="6394399" y="39319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8635594" y="5002682"/>
            <a:ext cx="493776" cy="493776"/>
          </a:xfrm>
          <a:prstGeom prst="ellipse">
            <a:avLst/>
          </a:prstGeom>
          <a:solidFill>
            <a:schemeClr val="accent1">
              <a:alpha val="16000"/>
            </a:schemeClr>
          </a:solidFill>
          <a:ln/>
        </p:spPr>
      </p:sp>
      <p:sp>
        <p:nvSpPr>
          <p:cNvPr id="16" name="!!bc4"/>
          <p:cNvSpPr/>
          <p:nvPr/>
        </p:nvSpPr>
        <p:spPr>
          <a:xfrm>
            <a:off x="8736178" y="5103266"/>
            <a:ext cx="292608" cy="292608"/>
          </a:xfrm>
          <a:prstGeom prst="ellipse">
            <a:avLst/>
          </a:prstGeom>
          <a:solidFill>
            <a:schemeClr val="accent1"/>
          </a:solidFill>
          <a:ln w="15875">
            <a:solidFill>
              <a:schemeClr val="bg1"/>
            </a:solidFill>
            <a:prstDash val="solid"/>
          </a:ln>
        </p:spPr>
      </p:sp>
      <p:sp>
        <p:nvSpPr>
          <p:cNvPr id="17" name="!!bt4"/>
          <p:cNvSpPr txBox="1"/>
          <p:nvPr/>
        </p:nvSpPr>
        <p:spPr>
          <a:xfrm>
            <a:off x="8736178" y="510326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969764" y="5351983"/>
            <a:ext cx="493776" cy="493776"/>
          </a:xfrm>
          <a:prstGeom prst="ellipse">
            <a:avLst/>
          </a:prstGeom>
          <a:solidFill>
            <a:schemeClr val="accent1">
              <a:alpha val="16000"/>
            </a:schemeClr>
          </a:solidFill>
          <a:ln/>
        </p:spPr>
      </p:sp>
      <p:sp>
        <p:nvSpPr>
          <p:cNvPr id="19" name="!!bc5"/>
          <p:cNvSpPr/>
          <p:nvPr/>
        </p:nvSpPr>
        <p:spPr>
          <a:xfrm>
            <a:off x="5070348" y="5452567"/>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0348" y="545256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2"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3"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4" name="!!dim"/>
          <p:cNvSpPr/>
          <p:nvPr/>
        </p:nvSpPr>
        <p:spPr>
          <a:xfrm>
            <a:off x="0" y="2560320"/>
            <a:ext cx="12191695" cy="4297680"/>
          </a:xfrm>
          <a:prstGeom prst="rect">
            <a:avLst/>
          </a:prstGeom>
          <a:solidFill>
            <a:srgbClr val="F4F6F8">
              <a:alpha val="86000"/>
            </a:srgbClr>
          </a:solidFill>
          <a:ln/>
        </p:spPr>
      </p:sp>
      <p:sp>
        <p:nvSpPr>
          <p:cNvPr id="25" name="!!card0"/>
          <p:cNvSpPr/>
          <p:nvPr/>
        </p:nvSpPr>
        <p:spPr>
          <a:xfrm>
            <a:off x="548640"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26" name="!!num0c"/>
          <p:cNvSpPr/>
          <p:nvPr/>
        </p:nvSpPr>
        <p:spPr>
          <a:xfrm>
            <a:off x="658368" y="2066544"/>
            <a:ext cx="274320" cy="274320"/>
          </a:xfrm>
          <a:prstGeom prst="ellipse">
            <a:avLst/>
          </a:prstGeom>
          <a:solidFill>
            <a:schemeClr val="accent1"/>
          </a:solidFill>
          <a:ln/>
        </p:spPr>
      </p:sp>
      <p:sp>
        <p:nvSpPr>
          <p:cNvPr id="27" name="!!num0t"/>
          <p:cNvSpPr txBox="1"/>
          <p:nvPr/>
        </p:nvSpPr>
        <p:spPr>
          <a:xfrm>
            <a:off x="658368"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8" name="!!ttl0"/>
          <p:cNvSpPr txBox="1"/>
          <p:nvPr/>
        </p:nvSpPr>
        <p:spPr>
          <a:xfrm>
            <a:off x="1005840"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Enrol at home</a:t>
            </a:r>
            <a:endParaRPr lang="en-US" sz="1300" dirty="0"/>
          </a:p>
        </p:txBody>
      </p:sp>
      <p:sp>
        <p:nvSpPr>
          <p:cNvPr id="29" name="!!card1"/>
          <p:cNvSpPr/>
          <p:nvPr/>
        </p:nvSpPr>
        <p:spPr>
          <a:xfrm>
            <a:off x="2416393"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0" name="!!num1c"/>
          <p:cNvSpPr/>
          <p:nvPr/>
        </p:nvSpPr>
        <p:spPr>
          <a:xfrm>
            <a:off x="2526121" y="2066544"/>
            <a:ext cx="274320" cy="274320"/>
          </a:xfrm>
          <a:prstGeom prst="ellipse">
            <a:avLst/>
          </a:prstGeom>
          <a:solidFill>
            <a:schemeClr val="accent1"/>
          </a:solidFill>
          <a:ln/>
        </p:spPr>
      </p:sp>
      <p:sp>
        <p:nvSpPr>
          <p:cNvPr id="31" name="!!num1t"/>
          <p:cNvSpPr txBox="1"/>
          <p:nvPr/>
        </p:nvSpPr>
        <p:spPr>
          <a:xfrm>
            <a:off x="2526121"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2" name="!!ttl1"/>
          <p:cNvSpPr txBox="1"/>
          <p:nvPr/>
        </p:nvSpPr>
        <p:spPr>
          <a:xfrm>
            <a:off x="2873593"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Approach</a:t>
            </a:r>
            <a:endParaRPr lang="en-US" sz="1300" dirty="0"/>
          </a:p>
        </p:txBody>
      </p:sp>
      <p:sp>
        <p:nvSpPr>
          <p:cNvPr id="33" name="!!card2"/>
          <p:cNvSpPr/>
          <p:nvPr/>
        </p:nvSpPr>
        <p:spPr>
          <a:xfrm>
            <a:off x="4284147"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4" name="!!num2c"/>
          <p:cNvSpPr/>
          <p:nvPr/>
        </p:nvSpPr>
        <p:spPr>
          <a:xfrm>
            <a:off x="4393875" y="2066544"/>
            <a:ext cx="274320" cy="274320"/>
          </a:xfrm>
          <a:prstGeom prst="ellipse">
            <a:avLst/>
          </a:prstGeom>
          <a:solidFill>
            <a:schemeClr val="accent1"/>
          </a:solidFill>
          <a:ln/>
        </p:spPr>
      </p:sp>
      <p:sp>
        <p:nvSpPr>
          <p:cNvPr id="35" name="!!num2t"/>
          <p:cNvSpPr txBox="1"/>
          <p:nvPr/>
        </p:nvSpPr>
        <p:spPr>
          <a:xfrm>
            <a:off x="4393875"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6" name="!!ttl2"/>
          <p:cNvSpPr txBox="1"/>
          <p:nvPr/>
        </p:nvSpPr>
        <p:spPr>
          <a:xfrm>
            <a:off x="4741347"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Walk through</a:t>
            </a:r>
            <a:endParaRPr lang="en-US" sz="1300" dirty="0"/>
          </a:p>
        </p:txBody>
      </p:sp>
      <p:sp>
        <p:nvSpPr>
          <p:cNvPr id="37" name="!!card3"/>
          <p:cNvSpPr/>
          <p:nvPr/>
        </p:nvSpPr>
        <p:spPr>
          <a:xfrm>
            <a:off x="6151900" y="1965960"/>
            <a:ext cx="1755648" cy="475488"/>
          </a:xfrm>
          <a:prstGeom prst="roundRect">
            <a:avLst>
              <a:gd name="adj" fmla="val 26923"/>
            </a:avLst>
          </a:prstGeom>
          <a:solidFill>
            <a:schemeClr val="accent1"/>
          </a:solidFill>
          <a:ln/>
          <a:effectLst>
            <a:outerShdw sx="100000" sy="100000" kx="0" ky="0" algn="bl" rotWithShape="0" blurRad="203200" dist="38100" dir="5400000">
              <a:srgbClr val="0A1628">
                <a:alpha val="10000"/>
              </a:srgbClr>
            </a:outerShdw>
          </a:effectLst>
        </p:spPr>
      </p:sp>
      <p:sp>
        <p:nvSpPr>
          <p:cNvPr id="38" name="!!num3c"/>
          <p:cNvSpPr/>
          <p:nvPr/>
        </p:nvSpPr>
        <p:spPr>
          <a:xfrm>
            <a:off x="6261628" y="2066544"/>
            <a:ext cx="274320" cy="274320"/>
          </a:xfrm>
          <a:prstGeom prst="ellipse">
            <a:avLst/>
          </a:prstGeom>
          <a:solidFill>
            <a:schemeClr val="bg1"/>
          </a:solidFill>
          <a:ln/>
        </p:spPr>
      </p:sp>
      <p:sp>
        <p:nvSpPr>
          <p:cNvPr id="39" name="!!num3t"/>
          <p:cNvSpPr txBox="1"/>
          <p:nvPr/>
        </p:nvSpPr>
        <p:spPr>
          <a:xfrm>
            <a:off x="6261628" y="2066544"/>
            <a:ext cx="274320" cy="274320"/>
          </a:xfrm>
          <a:prstGeom prst="rect">
            <a:avLst/>
          </a:prstGeom>
          <a:noFill/>
          <a:ln/>
        </p:spPr>
        <p:txBody>
          <a:bodyPr wrap="square" lIns="0" tIns="0" rIns="0" bIns="0" rtlCol="0" anchor="ctr"/>
          <a:lstStyle/>
          <a:p>
            <a:pPr algn="ctr" indent="0" marL="0">
              <a:buNone/>
            </a:pPr>
            <a:r>
              <a:rPr lang="en-US" sz="1200" b="1" dirty="0">
                <a:solidFill>
                  <a:schemeClr val="accent1"/>
                </a:solidFill>
              </a:rPr>
              <a:t>4</a:t>
            </a:r>
            <a:endParaRPr lang="en-US" sz="1200" dirty="0"/>
          </a:p>
        </p:txBody>
      </p:sp>
      <p:sp>
        <p:nvSpPr>
          <p:cNvPr id="40" name="!!ttl3"/>
          <p:cNvSpPr txBox="1"/>
          <p:nvPr/>
        </p:nvSpPr>
        <p:spPr>
          <a:xfrm>
            <a:off x="6609100" y="1965960"/>
            <a:ext cx="1243584" cy="475488"/>
          </a:xfrm>
          <a:prstGeom prst="rect">
            <a:avLst/>
          </a:prstGeom>
          <a:noFill/>
          <a:ln/>
        </p:spPr>
        <p:txBody>
          <a:bodyPr wrap="square" lIns="0" tIns="0" rIns="0" bIns="0" rtlCol="0" anchor="ctr"/>
          <a:lstStyle/>
          <a:p>
            <a:pPr indent="0" marL="0">
              <a:buNone/>
            </a:pPr>
            <a:r>
              <a:rPr lang="en-US" sz="1300" b="1" dirty="0">
                <a:solidFill>
                  <a:schemeClr val="bg1"/>
                </a:solidFill>
              </a:rPr>
              <a:t>Pre-screen</a:t>
            </a:r>
            <a:endParaRPr lang="en-US" sz="1300" dirty="0"/>
          </a:p>
        </p:txBody>
      </p:sp>
      <p:sp>
        <p:nvSpPr>
          <p:cNvPr id="41" name="!!card4"/>
          <p:cNvSpPr/>
          <p:nvPr/>
        </p:nvSpPr>
        <p:spPr>
          <a:xfrm>
            <a:off x="8019654"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42" name="!!num4c"/>
          <p:cNvSpPr/>
          <p:nvPr/>
        </p:nvSpPr>
        <p:spPr>
          <a:xfrm>
            <a:off x="8129382" y="2066544"/>
            <a:ext cx="274320" cy="274320"/>
          </a:xfrm>
          <a:prstGeom prst="ellipse">
            <a:avLst/>
          </a:prstGeom>
          <a:solidFill>
            <a:schemeClr val="accent1"/>
          </a:solidFill>
          <a:ln/>
        </p:spPr>
      </p:sp>
      <p:sp>
        <p:nvSpPr>
          <p:cNvPr id="43" name="!!num4t"/>
          <p:cNvSpPr txBox="1"/>
          <p:nvPr/>
        </p:nvSpPr>
        <p:spPr>
          <a:xfrm>
            <a:off x="8129382"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44" name="!!ttl4"/>
          <p:cNvSpPr txBox="1"/>
          <p:nvPr/>
        </p:nvSpPr>
        <p:spPr>
          <a:xfrm>
            <a:off x="8476854"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Board</a:t>
            </a:r>
            <a:endParaRPr lang="en-US" sz="1300" dirty="0"/>
          </a:p>
        </p:txBody>
      </p:sp>
      <p:sp>
        <p:nvSpPr>
          <p:cNvPr id="45" name="!!card5"/>
          <p:cNvSpPr/>
          <p:nvPr/>
        </p:nvSpPr>
        <p:spPr>
          <a:xfrm>
            <a:off x="9887407"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46" name="!!num5c"/>
          <p:cNvSpPr/>
          <p:nvPr/>
        </p:nvSpPr>
        <p:spPr>
          <a:xfrm>
            <a:off x="9997135" y="2066544"/>
            <a:ext cx="274320" cy="274320"/>
          </a:xfrm>
          <a:prstGeom prst="ellipse">
            <a:avLst/>
          </a:prstGeom>
          <a:solidFill>
            <a:schemeClr val="accent1"/>
          </a:solidFill>
          <a:ln/>
        </p:spPr>
      </p:sp>
      <p:sp>
        <p:nvSpPr>
          <p:cNvPr id="47" name="!!num5t"/>
          <p:cNvSpPr txBox="1"/>
          <p:nvPr/>
        </p:nvSpPr>
        <p:spPr>
          <a:xfrm>
            <a:off x="9997135"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8" name="!!ttl5"/>
          <p:cNvSpPr txBox="1"/>
          <p:nvPr/>
        </p:nvSpPr>
        <p:spPr>
          <a:xfrm>
            <a:off x="10344607"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Oversee</a:t>
            </a:r>
            <a:endParaRPr lang="en-US" sz="1300" dirty="0"/>
          </a:p>
        </p:txBody>
      </p:sp>
      <p:sp>
        <p:nvSpPr>
          <p:cNvPr id="49" name="!!hero"/>
          <p:cNvSpPr/>
          <p:nvPr/>
        </p:nvSpPr>
        <p:spPr>
          <a:xfrm>
            <a:off x="868680" y="2670048"/>
            <a:ext cx="10451592" cy="3474720"/>
          </a:xfrm>
          <a:prstGeom prst="roundRect">
            <a:avLst>
              <a:gd name="adj" fmla="val 4737"/>
            </a:avLst>
          </a:prstGeom>
          <a:solidFill>
            <a:schemeClr val="bg1"/>
          </a:solidFill>
          <a:ln/>
          <a:effectLst>
            <a:outerShdw sx="100000" sy="100000" kx="0" ky="0" algn="bl" rotWithShape="0" blurRad="203200" dist="38100" dir="5400000">
              <a:srgbClr val="0A1628">
                <a:alpha val="10000"/>
              </a:srgbClr>
            </a:outerShdw>
          </a:effectLst>
        </p:spPr>
      </p:sp>
      <p:pic>
        <p:nvPicPr>
          <p:cNvPr id="50" name="!!img3" descr="/tmp/claude-0/-home-user-sgqy/b70fb111-7300-56ba-abe4-4b6e17d8c33e/scratchpad/assets/v5/t4.png">
            <a:hlinkClick r:id="rId3" tooltip="Zoom out" action="ppaction://hlinksldjump"/>
          </p:cNvPr>
          <p:cNvPicPr>
            <a:picLocks noChangeAspect="1"/>
          </p:cNvPicPr>
          <p:nvPr/>
        </p:nvPicPr>
        <p:blipFill>
          <a:blip r:embed="rId2"/>
          <a:stretch>
            <a:fillRect/>
          </a:stretch>
        </p:blipFill>
        <p:spPr>
          <a:xfrm>
            <a:off x="1051560" y="2834640"/>
            <a:ext cx="4521708" cy="3145536"/>
          </a:xfrm>
          <a:prstGeom prst="rect">
            <a:avLst/>
          </a:prstGeom>
        </p:spPr>
      </p:pic>
      <p:sp>
        <p:nvSpPr>
          <p:cNvPr id="51" name="h3l"/>
          <p:cNvSpPr txBox="1"/>
          <p:nvPr/>
        </p:nvSpPr>
        <p:spPr>
          <a:xfrm>
            <a:off x="5939028" y="3054096"/>
            <a:ext cx="4924044"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STEP 4 OF 6  ·  PRE-SCREEN</a:t>
            </a:r>
            <a:endParaRPr lang="en-US" sz="1100" dirty="0"/>
          </a:p>
        </p:txBody>
      </p:sp>
      <p:sp>
        <p:nvSpPr>
          <p:cNvPr id="52" name="h3n"/>
          <p:cNvSpPr txBox="1"/>
          <p:nvPr/>
        </p:nvSpPr>
        <p:spPr>
          <a:xfrm>
            <a:off x="5939028" y="3364992"/>
            <a:ext cx="4924044" cy="438912"/>
          </a:xfrm>
          <a:prstGeom prst="rect">
            <a:avLst/>
          </a:prstGeom>
          <a:noFill/>
          <a:ln/>
        </p:spPr>
        <p:txBody>
          <a:bodyPr wrap="square" lIns="0" tIns="0" rIns="0" bIns="0" rtlCol="0" anchor="t"/>
          <a:lstStyle/>
          <a:p>
            <a:pPr indent="0" marL="0">
              <a:buNone/>
            </a:pPr>
            <a:r>
              <a:rPr lang="en-US" sz="2600" b="1" dirty="0">
                <a:solidFill>
                  <a:schemeClr val="tx1"/>
                </a:solidFill>
              </a:rPr>
              <a:t>Pre-Screening Profile Check</a:t>
            </a:r>
            <a:endParaRPr lang="en-US" sz="2600" dirty="0"/>
          </a:p>
        </p:txBody>
      </p:sp>
      <p:sp>
        <p:nvSpPr>
          <p:cNvPr id="53" name="h3d"/>
          <p:cNvSpPr txBox="1"/>
          <p:nvPr/>
        </p:nvSpPr>
        <p:spPr>
          <a:xfrm>
            <a:off x="5939028" y="3895344"/>
            <a:ext cx="4924044" cy="749808"/>
          </a:xfrm>
          <a:prstGeom prst="rect">
            <a:avLst/>
          </a:prstGeom>
          <a:noFill/>
          <a:ln/>
        </p:spPr>
        <p:txBody>
          <a:bodyPr wrap="square" lIns="0" tIns="0" rIns="0" bIns="0" rtlCol="0" anchor="t"/>
          <a:lstStyle/>
          <a:p>
            <a:pPr indent="0" marL="0">
              <a:buNone/>
            </a:pPr>
            <a:r>
              <a:rPr lang="en-US" sz="1500" dirty="0">
                <a:solidFill>
                  <a:schemeClr val="tx2"/>
                </a:solidFill>
              </a:rPr>
              <a:t>Before bags reach X-ray, the Nova Plus reader confirms identity and retrieves the clearance profile.</a:t>
            </a:r>
            <a:endParaRPr lang="en-US" sz="1500" dirty="0"/>
          </a:p>
        </p:txBody>
      </p:sp>
      <p:sp>
        <p:nvSpPr>
          <p:cNvPr id="54" name="h3f0o"/>
          <p:cNvSpPr/>
          <p:nvPr/>
        </p:nvSpPr>
        <p:spPr>
          <a:xfrm>
            <a:off x="5939028" y="5120640"/>
            <a:ext cx="329184" cy="329184"/>
          </a:xfrm>
          <a:prstGeom prst="ellipse">
            <a:avLst/>
          </a:prstGeom>
          <a:solidFill>
            <a:schemeClr val="accent1">
              <a:alpha val="12000"/>
            </a:schemeClr>
          </a:solidFill>
          <a:ln/>
        </p:spPr>
      </p:sp>
      <p:pic>
        <p:nvPicPr>
          <p:cNvPr id="55" name="h3f0i" descr="preencoded.png">    </p:cNvPr>
          <p:cNvPicPr>
            <a:picLocks noChangeAspect="1"/>
          </p:cNvPicPr>
          <p:nvPr/>
        </p:nvPicPr>
        <p:blipFill>
          <a:blip r:embed="rId4"/>
          <a:stretch>
            <a:fillRect/>
          </a:stretch>
        </p:blipFill>
        <p:spPr>
          <a:xfrm>
            <a:off x="6012180" y="5193792"/>
            <a:ext cx="182880" cy="182880"/>
          </a:xfrm>
          <a:prstGeom prst="rect">
            <a:avLst/>
          </a:prstGeom>
        </p:spPr>
      </p:pic>
      <p:sp>
        <p:nvSpPr>
          <p:cNvPr id="56" name="h3f0t"/>
          <p:cNvSpPr txBox="1"/>
          <p:nvPr/>
        </p:nvSpPr>
        <p:spPr>
          <a:xfrm>
            <a:off x="6396228" y="5120640"/>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Same person, confirmed</a:t>
            </a:r>
            <a:endParaRPr lang="en-US" sz="1400" dirty="0"/>
          </a:p>
        </p:txBody>
      </p:sp>
      <p:sp>
        <p:nvSpPr>
          <p:cNvPr id="57" name="h3f1o"/>
          <p:cNvSpPr/>
          <p:nvPr/>
        </p:nvSpPr>
        <p:spPr>
          <a:xfrm>
            <a:off x="5939028" y="5559552"/>
            <a:ext cx="329184" cy="329184"/>
          </a:xfrm>
          <a:prstGeom prst="ellipse">
            <a:avLst/>
          </a:prstGeom>
          <a:solidFill>
            <a:schemeClr val="accent1">
              <a:alpha val="12000"/>
            </a:schemeClr>
          </a:solidFill>
          <a:ln/>
        </p:spPr>
      </p:sp>
      <p:pic>
        <p:nvPicPr>
          <p:cNvPr id="58" name="h3f1i" descr="preencoded.png">    </p:cNvPr>
          <p:cNvPicPr>
            <a:picLocks noChangeAspect="1"/>
          </p:cNvPicPr>
          <p:nvPr/>
        </p:nvPicPr>
        <p:blipFill>
          <a:blip r:embed="rId5"/>
          <a:stretch>
            <a:fillRect/>
          </a:stretch>
        </p:blipFill>
        <p:spPr>
          <a:xfrm>
            <a:off x="6012180" y="5632704"/>
            <a:ext cx="182880" cy="182880"/>
          </a:xfrm>
          <a:prstGeom prst="rect">
            <a:avLst/>
          </a:prstGeom>
        </p:spPr>
      </p:pic>
      <p:sp>
        <p:nvSpPr>
          <p:cNvPr id="59" name="h3f1t"/>
          <p:cNvSpPr txBox="1"/>
          <p:nvPr/>
        </p:nvSpPr>
        <p:spPr>
          <a:xfrm>
            <a:off x="6396228" y="5559552"/>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Exceptions flagged to officers</a:t>
            </a:r>
            <a:endParaRPr lang="en-US" sz="1400" dirty="0"/>
          </a:p>
        </p:txBody>
      </p:sp>
      <p:sp>
        <p:nvSpPr>
          <p:cNvPr id="60" name="!!close"/>
          <p:cNvSpPr/>
          <p:nvPr/>
        </p:nvSpPr>
        <p:spPr>
          <a:xfrm>
            <a:off x="10808208" y="2816352"/>
            <a:ext cx="365760" cy="365760"/>
          </a:xfrm>
          <a:prstGeom prst="ellipse">
            <a:avLst/>
          </a:prstGeom>
          <a:solidFill>
            <a:schemeClr val="accent5"/>
          </a:solidFill>
          <a:ln/>
        </p:spPr>
      </p:sp>
      <p:pic>
        <p:nvPicPr>
          <p:cNvPr id="61" name="!!closex" descr="preencoded.png">    </p:cNvPr>
          <p:cNvPicPr>
            <a:picLocks noChangeAspect="1"/>
          </p:cNvPicPr>
          <p:nvPr/>
        </p:nvPicPr>
        <p:blipFill>
          <a:blip r:embed="rId6"/>
          <a:stretch>
            <a:fillRect/>
          </a:stretch>
        </p:blipFill>
        <p:spPr>
          <a:xfrm>
            <a:off x="10890504" y="2898648"/>
            <a:ext cx="201168" cy="201168"/>
          </a:xfrm>
          <a:prstGeom prst="rect">
            <a:avLst/>
          </a:prstGeom>
        </p:spPr>
      </p:pic>
      <p:sp>
        <p:nvSpPr>
          <p:cNvPr id="62" name="obj-104">
            <a:hlinkClick r:id="rId7" tooltip="Zoom out" action="ppaction://hlinksldjump"/>
          </p:cNvPr>
          <p:cNvSpPr/>
          <p:nvPr/>
        </p:nvSpPr>
        <p:spPr>
          <a:xfrm>
            <a:off x="10808208" y="2816352"/>
            <a:ext cx="365760" cy="365760"/>
          </a:xfrm>
          <a:prstGeom prst="rect">
            <a:avLst/>
          </a:prstGeom>
          <a:solidFill>
            <a:srgbClr val="FFFFFF">
              <a:alpha val="0"/>
            </a:srgbClr>
          </a:solidFill>
          <a:ln/>
        </p:spPr>
      </p:sp>
      <p:sp>
        <p:nvSpPr>
          <p:cNvPr id="63" name="obj-105">
            <a:hlinkClick r:id="rId8" tooltip="Step 1" action="ppaction://hlinksldjump"/>
          </p:cNvPr>
          <p:cNvSpPr/>
          <p:nvPr/>
        </p:nvSpPr>
        <p:spPr>
          <a:xfrm>
            <a:off x="548640" y="1965960"/>
            <a:ext cx="1755648" cy="475488"/>
          </a:xfrm>
          <a:prstGeom prst="rect">
            <a:avLst/>
          </a:prstGeom>
          <a:solidFill>
            <a:srgbClr val="FFFFFF">
              <a:alpha val="0"/>
            </a:srgbClr>
          </a:solidFill>
          <a:ln/>
        </p:spPr>
      </p:sp>
      <p:sp>
        <p:nvSpPr>
          <p:cNvPr id="64" name="obj-106">
            <a:hlinkClick r:id="rId9" tooltip="Step 2" action="ppaction://hlinksldjump"/>
          </p:cNvPr>
          <p:cNvSpPr/>
          <p:nvPr/>
        </p:nvSpPr>
        <p:spPr>
          <a:xfrm>
            <a:off x="2416393" y="1965960"/>
            <a:ext cx="1755648" cy="475488"/>
          </a:xfrm>
          <a:prstGeom prst="rect">
            <a:avLst/>
          </a:prstGeom>
          <a:solidFill>
            <a:srgbClr val="FFFFFF">
              <a:alpha val="0"/>
            </a:srgbClr>
          </a:solidFill>
          <a:ln/>
        </p:spPr>
      </p:sp>
      <p:sp>
        <p:nvSpPr>
          <p:cNvPr id="65" name="obj-107">
            <a:hlinkClick r:id="rId10" tooltip="Step 3" action="ppaction://hlinksldjump"/>
          </p:cNvPr>
          <p:cNvSpPr/>
          <p:nvPr/>
        </p:nvSpPr>
        <p:spPr>
          <a:xfrm>
            <a:off x="4284147" y="1965960"/>
            <a:ext cx="1755648" cy="475488"/>
          </a:xfrm>
          <a:prstGeom prst="rect">
            <a:avLst/>
          </a:prstGeom>
          <a:solidFill>
            <a:srgbClr val="FFFFFF">
              <a:alpha val="0"/>
            </a:srgbClr>
          </a:solidFill>
          <a:ln/>
        </p:spPr>
      </p:sp>
      <p:sp>
        <p:nvSpPr>
          <p:cNvPr id="66" name="obj-108">
            <a:hlinkClick r:id="rId11" tooltip="Zoom out" action="ppaction://hlinksldjump"/>
          </p:cNvPr>
          <p:cNvSpPr/>
          <p:nvPr/>
        </p:nvSpPr>
        <p:spPr>
          <a:xfrm>
            <a:off x="6151900" y="1965960"/>
            <a:ext cx="1755648" cy="475488"/>
          </a:xfrm>
          <a:prstGeom prst="rect">
            <a:avLst/>
          </a:prstGeom>
          <a:solidFill>
            <a:srgbClr val="FFFFFF">
              <a:alpha val="0"/>
            </a:srgbClr>
          </a:solidFill>
          <a:ln/>
        </p:spPr>
      </p:sp>
      <p:sp>
        <p:nvSpPr>
          <p:cNvPr id="67" name="obj-109">
            <a:hlinkClick r:id="rId12" tooltip="Step 5" action="ppaction://hlinksldjump"/>
          </p:cNvPr>
          <p:cNvSpPr/>
          <p:nvPr/>
        </p:nvSpPr>
        <p:spPr>
          <a:xfrm>
            <a:off x="8019654" y="1965960"/>
            <a:ext cx="1755648" cy="475488"/>
          </a:xfrm>
          <a:prstGeom prst="rect">
            <a:avLst/>
          </a:prstGeom>
          <a:solidFill>
            <a:srgbClr val="FFFFFF">
              <a:alpha val="0"/>
            </a:srgbClr>
          </a:solidFill>
          <a:ln/>
        </p:spPr>
      </p:sp>
      <p:sp>
        <p:nvSpPr>
          <p:cNvPr id="68" name="obj-110">
            <a:hlinkClick r:id="rId13" tooltip="Step 6" action="ppaction://hlinksldjump"/>
          </p:cNvPr>
          <p:cNvSpPr/>
          <p:nvPr/>
        </p:nvSpPr>
        <p:spPr>
          <a:xfrm>
            <a:off x="9887407" y="1965960"/>
            <a:ext cx="1755648" cy="475488"/>
          </a:xfrm>
          <a:prstGeom prst="rect">
            <a:avLst/>
          </a:prstGeom>
          <a:solidFill>
            <a:srgbClr val="FFFFFF">
              <a:alpha val="0"/>
            </a:srgbClr>
          </a:solidFill>
          <a:ln/>
        </p:spPr>
      </p:sp>
      <p:sp>
        <p:nvSpPr>
          <p:cNvPr id="69"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0" y="0"/>
            <a:ext cx="12191695" cy="6858000"/>
          </a:xfrm>
          <a:prstGeom prst="rect">
            <a:avLst/>
          </a:prstGeom>
        </p:spPr>
      </p:pic>
      <p:sp>
        <p:nvSpPr>
          <p:cNvPr id="3" name="!!bh0"/>
          <p:cNvSpPr/>
          <p:nvPr/>
        </p:nvSpPr>
        <p:spPr>
          <a:xfrm>
            <a:off x="1609344" y="4829861"/>
            <a:ext cx="493776" cy="493776"/>
          </a:xfrm>
          <a:prstGeom prst="ellipse">
            <a:avLst/>
          </a:prstGeom>
          <a:solidFill>
            <a:schemeClr val="accent1">
              <a:alpha val="16000"/>
            </a:schemeClr>
          </a:solidFill>
          <a:ln/>
        </p:spPr>
      </p:sp>
      <p:sp>
        <p:nvSpPr>
          <p:cNvPr id="4" name="!!bc0"/>
          <p:cNvSpPr/>
          <p:nvPr/>
        </p:nvSpPr>
        <p:spPr>
          <a:xfrm>
            <a:off x="1709928" y="4930445"/>
            <a:ext cx="292608" cy="292608"/>
          </a:xfrm>
          <a:prstGeom prst="ellipse">
            <a:avLst/>
          </a:prstGeom>
          <a:solidFill>
            <a:schemeClr val="accent1"/>
          </a:solidFill>
          <a:ln w="15875">
            <a:solidFill>
              <a:schemeClr val="bg1"/>
            </a:solidFill>
            <a:prstDash val="solid"/>
          </a:ln>
        </p:spPr>
      </p:sp>
      <p:sp>
        <p:nvSpPr>
          <p:cNvPr id="5" name="!!bt0"/>
          <p:cNvSpPr txBox="1"/>
          <p:nvPr/>
        </p:nvSpPr>
        <p:spPr>
          <a:xfrm>
            <a:off x="1709928" y="49304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2753258" y="4258361"/>
            <a:ext cx="493776" cy="493776"/>
          </a:xfrm>
          <a:prstGeom prst="ellipse">
            <a:avLst/>
          </a:prstGeom>
          <a:solidFill>
            <a:schemeClr val="accent1">
              <a:alpha val="16000"/>
            </a:schemeClr>
          </a:solidFill>
          <a:ln/>
        </p:spPr>
      </p:sp>
      <p:sp>
        <p:nvSpPr>
          <p:cNvPr id="7" name="!!bc1"/>
          <p:cNvSpPr/>
          <p:nvPr/>
        </p:nvSpPr>
        <p:spPr>
          <a:xfrm>
            <a:off x="2853842" y="4358945"/>
            <a:ext cx="292608" cy="292608"/>
          </a:xfrm>
          <a:prstGeom prst="ellipse">
            <a:avLst/>
          </a:prstGeom>
          <a:solidFill>
            <a:schemeClr val="accent1"/>
          </a:solidFill>
          <a:ln w="15875">
            <a:solidFill>
              <a:schemeClr val="bg1"/>
            </a:solidFill>
            <a:prstDash val="solid"/>
          </a:ln>
        </p:spPr>
      </p:sp>
      <p:sp>
        <p:nvSpPr>
          <p:cNvPr id="8" name="!!bt1"/>
          <p:cNvSpPr txBox="1"/>
          <p:nvPr/>
        </p:nvSpPr>
        <p:spPr>
          <a:xfrm>
            <a:off x="2853842" y="43589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4678070" y="3295498"/>
            <a:ext cx="493776" cy="493776"/>
          </a:xfrm>
          <a:prstGeom prst="ellipse">
            <a:avLst/>
          </a:prstGeom>
          <a:solidFill>
            <a:schemeClr val="accent1">
              <a:alpha val="16000"/>
            </a:schemeClr>
          </a:solidFill>
          <a:ln/>
        </p:spPr>
      </p:sp>
      <p:sp>
        <p:nvSpPr>
          <p:cNvPr id="10" name="!!bc2"/>
          <p:cNvSpPr/>
          <p:nvPr/>
        </p:nvSpPr>
        <p:spPr>
          <a:xfrm>
            <a:off x="4778654" y="3396082"/>
            <a:ext cx="292608" cy="292608"/>
          </a:xfrm>
          <a:prstGeom prst="ellipse">
            <a:avLst/>
          </a:prstGeom>
          <a:solidFill>
            <a:schemeClr val="accent1"/>
          </a:solidFill>
          <a:ln w="15875">
            <a:solidFill>
              <a:schemeClr val="bg1"/>
            </a:solidFill>
            <a:prstDash val="solid"/>
          </a:ln>
        </p:spPr>
      </p:sp>
      <p:sp>
        <p:nvSpPr>
          <p:cNvPr id="11" name="!!bt2"/>
          <p:cNvSpPr txBox="1"/>
          <p:nvPr/>
        </p:nvSpPr>
        <p:spPr>
          <a:xfrm>
            <a:off x="4778654" y="3396082"/>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293815" y="3831336"/>
            <a:ext cx="493776" cy="493776"/>
          </a:xfrm>
          <a:prstGeom prst="ellipse">
            <a:avLst/>
          </a:prstGeom>
          <a:solidFill>
            <a:schemeClr val="accent1">
              <a:alpha val="16000"/>
            </a:schemeClr>
          </a:solidFill>
          <a:ln/>
        </p:spPr>
      </p:sp>
      <p:sp>
        <p:nvSpPr>
          <p:cNvPr id="13" name="!!bc3"/>
          <p:cNvSpPr/>
          <p:nvPr/>
        </p:nvSpPr>
        <p:spPr>
          <a:xfrm>
            <a:off x="6394399" y="3931920"/>
            <a:ext cx="292608" cy="292608"/>
          </a:xfrm>
          <a:prstGeom prst="ellipse">
            <a:avLst/>
          </a:prstGeom>
          <a:solidFill>
            <a:schemeClr val="accent1"/>
          </a:solidFill>
          <a:ln w="15875">
            <a:solidFill>
              <a:schemeClr val="bg1"/>
            </a:solidFill>
            <a:prstDash val="solid"/>
          </a:ln>
        </p:spPr>
      </p:sp>
      <p:sp>
        <p:nvSpPr>
          <p:cNvPr id="14" name="!!bt3"/>
          <p:cNvSpPr txBox="1"/>
          <p:nvPr/>
        </p:nvSpPr>
        <p:spPr>
          <a:xfrm>
            <a:off x="6394399" y="39319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8489290" y="4856378"/>
            <a:ext cx="786384" cy="786384"/>
          </a:xfrm>
          <a:prstGeom prst="ellipse">
            <a:avLst/>
          </a:prstGeom>
          <a:solidFill>
            <a:schemeClr val="accent1">
              <a:alpha val="28000"/>
            </a:schemeClr>
          </a:solidFill>
          <a:ln/>
        </p:spPr>
      </p:sp>
      <p:sp>
        <p:nvSpPr>
          <p:cNvPr id="16" name="!!bc4"/>
          <p:cNvSpPr/>
          <p:nvPr/>
        </p:nvSpPr>
        <p:spPr>
          <a:xfrm>
            <a:off x="8736178" y="5103266"/>
            <a:ext cx="292608" cy="292608"/>
          </a:xfrm>
          <a:prstGeom prst="ellipse">
            <a:avLst/>
          </a:prstGeom>
          <a:solidFill>
            <a:schemeClr val="accent1"/>
          </a:solidFill>
          <a:ln w="15875">
            <a:solidFill>
              <a:schemeClr val="bg1"/>
            </a:solidFill>
            <a:prstDash val="solid"/>
          </a:ln>
        </p:spPr>
      </p:sp>
      <p:sp>
        <p:nvSpPr>
          <p:cNvPr id="17" name="!!bt4"/>
          <p:cNvSpPr txBox="1"/>
          <p:nvPr/>
        </p:nvSpPr>
        <p:spPr>
          <a:xfrm>
            <a:off x="8736178" y="510326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969764" y="5351983"/>
            <a:ext cx="493776" cy="493776"/>
          </a:xfrm>
          <a:prstGeom prst="ellipse">
            <a:avLst/>
          </a:prstGeom>
          <a:solidFill>
            <a:schemeClr val="accent1">
              <a:alpha val="16000"/>
            </a:schemeClr>
          </a:solidFill>
          <a:ln/>
        </p:spPr>
      </p:sp>
      <p:sp>
        <p:nvSpPr>
          <p:cNvPr id="19" name="!!bc5"/>
          <p:cNvSpPr/>
          <p:nvPr/>
        </p:nvSpPr>
        <p:spPr>
          <a:xfrm>
            <a:off x="5070348" y="5452567"/>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0348" y="545256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2"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3"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4" name="!!dim"/>
          <p:cNvSpPr/>
          <p:nvPr/>
        </p:nvSpPr>
        <p:spPr>
          <a:xfrm>
            <a:off x="0" y="2560320"/>
            <a:ext cx="12191695" cy="4297680"/>
          </a:xfrm>
          <a:prstGeom prst="rect">
            <a:avLst/>
          </a:prstGeom>
          <a:solidFill>
            <a:srgbClr val="F4F6F8">
              <a:alpha val="86000"/>
            </a:srgbClr>
          </a:solidFill>
          <a:ln/>
        </p:spPr>
      </p:sp>
      <p:sp>
        <p:nvSpPr>
          <p:cNvPr id="25" name="!!card0"/>
          <p:cNvSpPr/>
          <p:nvPr/>
        </p:nvSpPr>
        <p:spPr>
          <a:xfrm>
            <a:off x="548640"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26" name="!!num0c"/>
          <p:cNvSpPr/>
          <p:nvPr/>
        </p:nvSpPr>
        <p:spPr>
          <a:xfrm>
            <a:off x="658368" y="2066544"/>
            <a:ext cx="274320" cy="274320"/>
          </a:xfrm>
          <a:prstGeom prst="ellipse">
            <a:avLst/>
          </a:prstGeom>
          <a:solidFill>
            <a:schemeClr val="accent1"/>
          </a:solidFill>
          <a:ln/>
        </p:spPr>
      </p:sp>
      <p:sp>
        <p:nvSpPr>
          <p:cNvPr id="27" name="!!num0t"/>
          <p:cNvSpPr txBox="1"/>
          <p:nvPr/>
        </p:nvSpPr>
        <p:spPr>
          <a:xfrm>
            <a:off x="658368"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8" name="!!ttl0"/>
          <p:cNvSpPr txBox="1"/>
          <p:nvPr/>
        </p:nvSpPr>
        <p:spPr>
          <a:xfrm>
            <a:off x="1005840"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Enrol at home</a:t>
            </a:r>
            <a:endParaRPr lang="en-US" sz="1300" dirty="0"/>
          </a:p>
        </p:txBody>
      </p:sp>
      <p:sp>
        <p:nvSpPr>
          <p:cNvPr id="29" name="!!card1"/>
          <p:cNvSpPr/>
          <p:nvPr/>
        </p:nvSpPr>
        <p:spPr>
          <a:xfrm>
            <a:off x="2416393"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0" name="!!num1c"/>
          <p:cNvSpPr/>
          <p:nvPr/>
        </p:nvSpPr>
        <p:spPr>
          <a:xfrm>
            <a:off x="2526121" y="2066544"/>
            <a:ext cx="274320" cy="274320"/>
          </a:xfrm>
          <a:prstGeom prst="ellipse">
            <a:avLst/>
          </a:prstGeom>
          <a:solidFill>
            <a:schemeClr val="accent1"/>
          </a:solidFill>
          <a:ln/>
        </p:spPr>
      </p:sp>
      <p:sp>
        <p:nvSpPr>
          <p:cNvPr id="31" name="!!num1t"/>
          <p:cNvSpPr txBox="1"/>
          <p:nvPr/>
        </p:nvSpPr>
        <p:spPr>
          <a:xfrm>
            <a:off x="2526121"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2" name="!!ttl1"/>
          <p:cNvSpPr txBox="1"/>
          <p:nvPr/>
        </p:nvSpPr>
        <p:spPr>
          <a:xfrm>
            <a:off x="2873593"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Approach</a:t>
            </a:r>
            <a:endParaRPr lang="en-US" sz="1300" dirty="0"/>
          </a:p>
        </p:txBody>
      </p:sp>
      <p:sp>
        <p:nvSpPr>
          <p:cNvPr id="33" name="!!card2"/>
          <p:cNvSpPr/>
          <p:nvPr/>
        </p:nvSpPr>
        <p:spPr>
          <a:xfrm>
            <a:off x="4284147"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4" name="!!num2c"/>
          <p:cNvSpPr/>
          <p:nvPr/>
        </p:nvSpPr>
        <p:spPr>
          <a:xfrm>
            <a:off x="4393875" y="2066544"/>
            <a:ext cx="274320" cy="274320"/>
          </a:xfrm>
          <a:prstGeom prst="ellipse">
            <a:avLst/>
          </a:prstGeom>
          <a:solidFill>
            <a:schemeClr val="accent1"/>
          </a:solidFill>
          <a:ln/>
        </p:spPr>
      </p:sp>
      <p:sp>
        <p:nvSpPr>
          <p:cNvPr id="35" name="!!num2t"/>
          <p:cNvSpPr txBox="1"/>
          <p:nvPr/>
        </p:nvSpPr>
        <p:spPr>
          <a:xfrm>
            <a:off x="4393875"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6" name="!!ttl2"/>
          <p:cNvSpPr txBox="1"/>
          <p:nvPr/>
        </p:nvSpPr>
        <p:spPr>
          <a:xfrm>
            <a:off x="4741347"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Walk through</a:t>
            </a:r>
            <a:endParaRPr lang="en-US" sz="1300" dirty="0"/>
          </a:p>
        </p:txBody>
      </p:sp>
      <p:sp>
        <p:nvSpPr>
          <p:cNvPr id="37" name="!!card3"/>
          <p:cNvSpPr/>
          <p:nvPr/>
        </p:nvSpPr>
        <p:spPr>
          <a:xfrm>
            <a:off x="6151900"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8" name="!!num3c"/>
          <p:cNvSpPr/>
          <p:nvPr/>
        </p:nvSpPr>
        <p:spPr>
          <a:xfrm>
            <a:off x="6261628" y="2066544"/>
            <a:ext cx="274320" cy="274320"/>
          </a:xfrm>
          <a:prstGeom prst="ellipse">
            <a:avLst/>
          </a:prstGeom>
          <a:solidFill>
            <a:schemeClr val="accent1"/>
          </a:solidFill>
          <a:ln/>
        </p:spPr>
      </p:sp>
      <p:sp>
        <p:nvSpPr>
          <p:cNvPr id="39" name="!!num3t"/>
          <p:cNvSpPr txBox="1"/>
          <p:nvPr/>
        </p:nvSpPr>
        <p:spPr>
          <a:xfrm>
            <a:off x="6261628"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0" name="!!ttl3"/>
          <p:cNvSpPr txBox="1"/>
          <p:nvPr/>
        </p:nvSpPr>
        <p:spPr>
          <a:xfrm>
            <a:off x="6609100"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Pre-screen</a:t>
            </a:r>
            <a:endParaRPr lang="en-US" sz="1300" dirty="0"/>
          </a:p>
        </p:txBody>
      </p:sp>
      <p:sp>
        <p:nvSpPr>
          <p:cNvPr id="41" name="!!card4"/>
          <p:cNvSpPr/>
          <p:nvPr/>
        </p:nvSpPr>
        <p:spPr>
          <a:xfrm>
            <a:off x="8019654" y="1965960"/>
            <a:ext cx="1755648" cy="475488"/>
          </a:xfrm>
          <a:prstGeom prst="roundRect">
            <a:avLst>
              <a:gd name="adj" fmla="val 26923"/>
            </a:avLst>
          </a:prstGeom>
          <a:solidFill>
            <a:schemeClr val="accent1"/>
          </a:solidFill>
          <a:ln/>
          <a:effectLst>
            <a:outerShdw sx="100000" sy="100000" kx="0" ky="0" algn="bl" rotWithShape="0" blurRad="203200" dist="38100" dir="5400000">
              <a:srgbClr val="0A1628">
                <a:alpha val="10000"/>
              </a:srgbClr>
            </a:outerShdw>
          </a:effectLst>
        </p:spPr>
      </p:sp>
      <p:sp>
        <p:nvSpPr>
          <p:cNvPr id="42" name="!!num4c"/>
          <p:cNvSpPr/>
          <p:nvPr/>
        </p:nvSpPr>
        <p:spPr>
          <a:xfrm>
            <a:off x="8129382" y="2066544"/>
            <a:ext cx="274320" cy="274320"/>
          </a:xfrm>
          <a:prstGeom prst="ellipse">
            <a:avLst/>
          </a:prstGeom>
          <a:solidFill>
            <a:schemeClr val="bg1"/>
          </a:solidFill>
          <a:ln/>
        </p:spPr>
      </p:sp>
      <p:sp>
        <p:nvSpPr>
          <p:cNvPr id="43" name="!!num4t"/>
          <p:cNvSpPr txBox="1"/>
          <p:nvPr/>
        </p:nvSpPr>
        <p:spPr>
          <a:xfrm>
            <a:off x="8129382" y="2066544"/>
            <a:ext cx="274320" cy="274320"/>
          </a:xfrm>
          <a:prstGeom prst="rect">
            <a:avLst/>
          </a:prstGeom>
          <a:noFill/>
          <a:ln/>
        </p:spPr>
        <p:txBody>
          <a:bodyPr wrap="square" lIns="0" tIns="0" rIns="0" bIns="0" rtlCol="0" anchor="ctr"/>
          <a:lstStyle/>
          <a:p>
            <a:pPr algn="ctr" indent="0" marL="0">
              <a:buNone/>
            </a:pPr>
            <a:r>
              <a:rPr lang="en-US" sz="1200" b="1" dirty="0">
                <a:solidFill>
                  <a:schemeClr val="accent1"/>
                </a:solidFill>
              </a:rPr>
              <a:t>5</a:t>
            </a:r>
            <a:endParaRPr lang="en-US" sz="1200" dirty="0"/>
          </a:p>
        </p:txBody>
      </p:sp>
      <p:sp>
        <p:nvSpPr>
          <p:cNvPr id="44" name="!!ttl4"/>
          <p:cNvSpPr txBox="1"/>
          <p:nvPr/>
        </p:nvSpPr>
        <p:spPr>
          <a:xfrm>
            <a:off x="8476854" y="1965960"/>
            <a:ext cx="1243584" cy="475488"/>
          </a:xfrm>
          <a:prstGeom prst="rect">
            <a:avLst/>
          </a:prstGeom>
          <a:noFill/>
          <a:ln/>
        </p:spPr>
        <p:txBody>
          <a:bodyPr wrap="square" lIns="0" tIns="0" rIns="0" bIns="0" rtlCol="0" anchor="ctr"/>
          <a:lstStyle/>
          <a:p>
            <a:pPr indent="0" marL="0">
              <a:buNone/>
            </a:pPr>
            <a:r>
              <a:rPr lang="en-US" sz="1300" b="1" dirty="0">
                <a:solidFill>
                  <a:schemeClr val="bg1"/>
                </a:solidFill>
              </a:rPr>
              <a:t>Board</a:t>
            </a:r>
            <a:endParaRPr lang="en-US" sz="1300" dirty="0"/>
          </a:p>
        </p:txBody>
      </p:sp>
      <p:sp>
        <p:nvSpPr>
          <p:cNvPr id="45" name="!!card5"/>
          <p:cNvSpPr/>
          <p:nvPr/>
        </p:nvSpPr>
        <p:spPr>
          <a:xfrm>
            <a:off x="9887407"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46" name="!!num5c"/>
          <p:cNvSpPr/>
          <p:nvPr/>
        </p:nvSpPr>
        <p:spPr>
          <a:xfrm>
            <a:off x="9997135" y="2066544"/>
            <a:ext cx="274320" cy="274320"/>
          </a:xfrm>
          <a:prstGeom prst="ellipse">
            <a:avLst/>
          </a:prstGeom>
          <a:solidFill>
            <a:schemeClr val="accent1"/>
          </a:solidFill>
          <a:ln/>
        </p:spPr>
      </p:sp>
      <p:sp>
        <p:nvSpPr>
          <p:cNvPr id="47" name="!!num5t"/>
          <p:cNvSpPr txBox="1"/>
          <p:nvPr/>
        </p:nvSpPr>
        <p:spPr>
          <a:xfrm>
            <a:off x="9997135"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8" name="!!ttl5"/>
          <p:cNvSpPr txBox="1"/>
          <p:nvPr/>
        </p:nvSpPr>
        <p:spPr>
          <a:xfrm>
            <a:off x="10344607"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Oversee</a:t>
            </a:r>
            <a:endParaRPr lang="en-US" sz="1300" dirty="0"/>
          </a:p>
        </p:txBody>
      </p:sp>
      <p:sp>
        <p:nvSpPr>
          <p:cNvPr id="49" name="!!hero"/>
          <p:cNvSpPr/>
          <p:nvPr/>
        </p:nvSpPr>
        <p:spPr>
          <a:xfrm>
            <a:off x="868680" y="2670048"/>
            <a:ext cx="10451592" cy="3474720"/>
          </a:xfrm>
          <a:prstGeom prst="roundRect">
            <a:avLst>
              <a:gd name="adj" fmla="val 4737"/>
            </a:avLst>
          </a:prstGeom>
          <a:solidFill>
            <a:schemeClr val="bg1"/>
          </a:solidFill>
          <a:ln/>
          <a:effectLst>
            <a:outerShdw sx="100000" sy="100000" kx="0" ky="0" algn="bl" rotWithShape="0" blurRad="203200" dist="38100" dir="5400000">
              <a:srgbClr val="0A1628">
                <a:alpha val="10000"/>
              </a:srgbClr>
            </a:outerShdw>
          </a:effectLst>
        </p:spPr>
      </p:sp>
      <p:pic>
        <p:nvPicPr>
          <p:cNvPr id="50" name="!!img4" descr="/tmp/claude-0/-home-user-sgqy/b70fb111-7300-56ba-abe4-4b6e17d8c33e/scratchpad/assets/v5/t5.png">
            <a:hlinkClick r:id="rId3" tooltip="Zoom out" action="ppaction://hlinksldjump"/>
          </p:cNvPr>
          <p:cNvPicPr>
            <a:picLocks noChangeAspect="1"/>
          </p:cNvPicPr>
          <p:nvPr/>
        </p:nvPicPr>
        <p:blipFill>
          <a:blip r:embed="rId2"/>
          <a:stretch>
            <a:fillRect/>
          </a:stretch>
        </p:blipFill>
        <p:spPr>
          <a:xfrm>
            <a:off x="1051560" y="2834640"/>
            <a:ext cx="4521708" cy="3145536"/>
          </a:xfrm>
          <a:prstGeom prst="rect">
            <a:avLst/>
          </a:prstGeom>
        </p:spPr>
      </p:pic>
      <p:sp>
        <p:nvSpPr>
          <p:cNvPr id="51" name="h4l"/>
          <p:cNvSpPr txBox="1"/>
          <p:nvPr/>
        </p:nvSpPr>
        <p:spPr>
          <a:xfrm>
            <a:off x="5939028" y="3054096"/>
            <a:ext cx="4924044"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STEP 5 OF 6  ·  BOARD</a:t>
            </a:r>
            <a:endParaRPr lang="en-US" sz="1100" dirty="0"/>
          </a:p>
        </p:txBody>
      </p:sp>
      <p:sp>
        <p:nvSpPr>
          <p:cNvPr id="52" name="h4n"/>
          <p:cNvSpPr txBox="1"/>
          <p:nvPr/>
        </p:nvSpPr>
        <p:spPr>
          <a:xfrm>
            <a:off x="5939028" y="3364992"/>
            <a:ext cx="4924044" cy="822960"/>
          </a:xfrm>
          <a:prstGeom prst="rect">
            <a:avLst/>
          </a:prstGeom>
          <a:noFill/>
          <a:ln/>
        </p:spPr>
        <p:txBody>
          <a:bodyPr wrap="square" lIns="0" tIns="0" rIns="0" bIns="0" rtlCol="0" anchor="t"/>
          <a:lstStyle/>
          <a:p>
            <a:pPr indent="0" marL="0">
              <a:buNone/>
            </a:pPr>
            <a:r>
              <a:rPr lang="en-US" sz="2600" b="1" dirty="0">
                <a:solidFill>
                  <a:schemeClr val="tx1"/>
                </a:solidFill>
              </a:rPr>
              <a:t>FastPass Smart Boarding Kiosk</a:t>
            </a:r>
            <a:endParaRPr lang="en-US" sz="2600" dirty="0"/>
          </a:p>
        </p:txBody>
      </p:sp>
      <p:sp>
        <p:nvSpPr>
          <p:cNvPr id="53" name="h4d"/>
          <p:cNvSpPr txBox="1"/>
          <p:nvPr/>
        </p:nvSpPr>
        <p:spPr>
          <a:xfrm>
            <a:off x="5939028" y="4279392"/>
            <a:ext cx="4924044" cy="749808"/>
          </a:xfrm>
          <a:prstGeom prst="rect">
            <a:avLst/>
          </a:prstGeom>
          <a:noFill/>
          <a:ln/>
        </p:spPr>
        <p:txBody>
          <a:bodyPr wrap="square" lIns="0" tIns="0" rIns="0" bIns="0" rtlCol="0" anchor="t"/>
          <a:lstStyle/>
          <a:p>
            <a:pPr indent="0" marL="0">
              <a:buNone/>
            </a:pPr>
            <a:r>
              <a:rPr lang="en-US" sz="1500" dirty="0">
                <a:solidFill>
                  <a:schemeClr val="tx2"/>
                </a:solidFill>
              </a:rPr>
              <a:t>Face plus phone clears boarding. No passport, no boarding pass.</a:t>
            </a:r>
            <a:endParaRPr lang="en-US" sz="1500" dirty="0"/>
          </a:p>
        </p:txBody>
      </p:sp>
      <p:sp>
        <p:nvSpPr>
          <p:cNvPr id="54" name="h4f0o"/>
          <p:cNvSpPr/>
          <p:nvPr/>
        </p:nvSpPr>
        <p:spPr>
          <a:xfrm>
            <a:off x="5939028" y="5120640"/>
            <a:ext cx="329184" cy="329184"/>
          </a:xfrm>
          <a:prstGeom prst="ellipse">
            <a:avLst/>
          </a:prstGeom>
          <a:solidFill>
            <a:schemeClr val="accent1">
              <a:alpha val="12000"/>
            </a:schemeClr>
          </a:solidFill>
          <a:ln/>
        </p:spPr>
      </p:sp>
      <p:pic>
        <p:nvPicPr>
          <p:cNvPr id="55" name="h4f0i" descr="preencoded.png">    </p:cNvPr>
          <p:cNvPicPr>
            <a:picLocks noChangeAspect="1"/>
          </p:cNvPicPr>
          <p:nvPr/>
        </p:nvPicPr>
        <p:blipFill>
          <a:blip r:embed="rId4"/>
          <a:stretch>
            <a:fillRect/>
          </a:stretch>
        </p:blipFill>
        <p:spPr>
          <a:xfrm>
            <a:off x="6012180" y="5193792"/>
            <a:ext cx="182880" cy="182880"/>
          </a:xfrm>
          <a:prstGeom prst="rect">
            <a:avLst/>
          </a:prstGeom>
        </p:spPr>
      </p:pic>
      <p:sp>
        <p:nvSpPr>
          <p:cNvPr id="56" name="h4f0t"/>
          <p:cNvSpPr txBox="1"/>
          <p:nvPr/>
        </p:nvSpPr>
        <p:spPr>
          <a:xfrm>
            <a:off x="6396228" y="5120640"/>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Touch-free boarding</a:t>
            </a:r>
            <a:endParaRPr lang="en-US" sz="1400" dirty="0"/>
          </a:p>
        </p:txBody>
      </p:sp>
      <p:sp>
        <p:nvSpPr>
          <p:cNvPr id="57" name="h4f1o"/>
          <p:cNvSpPr/>
          <p:nvPr/>
        </p:nvSpPr>
        <p:spPr>
          <a:xfrm>
            <a:off x="5939028" y="5559552"/>
            <a:ext cx="329184" cy="329184"/>
          </a:xfrm>
          <a:prstGeom prst="ellipse">
            <a:avLst/>
          </a:prstGeom>
          <a:solidFill>
            <a:schemeClr val="accent1">
              <a:alpha val="12000"/>
            </a:schemeClr>
          </a:solidFill>
          <a:ln/>
        </p:spPr>
      </p:sp>
      <p:pic>
        <p:nvPicPr>
          <p:cNvPr id="58" name="h4f1i" descr="preencoded.png">    </p:cNvPr>
          <p:cNvPicPr>
            <a:picLocks noChangeAspect="1"/>
          </p:cNvPicPr>
          <p:nvPr/>
        </p:nvPicPr>
        <p:blipFill>
          <a:blip r:embed="rId5"/>
          <a:stretch>
            <a:fillRect/>
          </a:stretch>
        </p:blipFill>
        <p:spPr>
          <a:xfrm>
            <a:off x="6012180" y="5632704"/>
            <a:ext cx="182880" cy="182880"/>
          </a:xfrm>
          <a:prstGeom prst="rect">
            <a:avLst/>
          </a:prstGeom>
        </p:spPr>
      </p:pic>
      <p:sp>
        <p:nvSpPr>
          <p:cNvPr id="59" name="h4f1t"/>
          <p:cNvSpPr txBox="1"/>
          <p:nvPr/>
        </p:nvSpPr>
        <p:spPr>
          <a:xfrm>
            <a:off x="6396228" y="5559552"/>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No documents to show</a:t>
            </a:r>
            <a:endParaRPr lang="en-US" sz="1400" dirty="0"/>
          </a:p>
        </p:txBody>
      </p:sp>
      <p:sp>
        <p:nvSpPr>
          <p:cNvPr id="60" name="!!close"/>
          <p:cNvSpPr/>
          <p:nvPr/>
        </p:nvSpPr>
        <p:spPr>
          <a:xfrm>
            <a:off x="10808208" y="2816352"/>
            <a:ext cx="365760" cy="365760"/>
          </a:xfrm>
          <a:prstGeom prst="ellipse">
            <a:avLst/>
          </a:prstGeom>
          <a:solidFill>
            <a:schemeClr val="accent5"/>
          </a:solidFill>
          <a:ln/>
        </p:spPr>
      </p:sp>
      <p:pic>
        <p:nvPicPr>
          <p:cNvPr id="61" name="!!closex" descr="preencoded.png">    </p:cNvPr>
          <p:cNvPicPr>
            <a:picLocks noChangeAspect="1"/>
          </p:cNvPicPr>
          <p:nvPr/>
        </p:nvPicPr>
        <p:blipFill>
          <a:blip r:embed="rId6"/>
          <a:stretch>
            <a:fillRect/>
          </a:stretch>
        </p:blipFill>
        <p:spPr>
          <a:xfrm>
            <a:off x="10890504" y="2898648"/>
            <a:ext cx="201168" cy="201168"/>
          </a:xfrm>
          <a:prstGeom prst="rect">
            <a:avLst/>
          </a:prstGeom>
        </p:spPr>
      </p:pic>
      <p:sp>
        <p:nvSpPr>
          <p:cNvPr id="62" name="obj-111">
            <a:hlinkClick r:id="rId7" tooltip="Zoom out" action="ppaction://hlinksldjump"/>
          </p:cNvPr>
          <p:cNvSpPr/>
          <p:nvPr/>
        </p:nvSpPr>
        <p:spPr>
          <a:xfrm>
            <a:off x="10808208" y="2816352"/>
            <a:ext cx="365760" cy="365760"/>
          </a:xfrm>
          <a:prstGeom prst="rect">
            <a:avLst/>
          </a:prstGeom>
          <a:solidFill>
            <a:srgbClr val="FFFFFF">
              <a:alpha val="0"/>
            </a:srgbClr>
          </a:solidFill>
          <a:ln/>
        </p:spPr>
      </p:sp>
      <p:sp>
        <p:nvSpPr>
          <p:cNvPr id="63" name="obj-112">
            <a:hlinkClick r:id="rId8" tooltip="Step 1" action="ppaction://hlinksldjump"/>
          </p:cNvPr>
          <p:cNvSpPr/>
          <p:nvPr/>
        </p:nvSpPr>
        <p:spPr>
          <a:xfrm>
            <a:off x="548640" y="1965960"/>
            <a:ext cx="1755648" cy="475488"/>
          </a:xfrm>
          <a:prstGeom prst="rect">
            <a:avLst/>
          </a:prstGeom>
          <a:solidFill>
            <a:srgbClr val="FFFFFF">
              <a:alpha val="0"/>
            </a:srgbClr>
          </a:solidFill>
          <a:ln/>
        </p:spPr>
      </p:sp>
      <p:sp>
        <p:nvSpPr>
          <p:cNvPr id="64" name="obj-113">
            <a:hlinkClick r:id="rId9" tooltip="Step 2" action="ppaction://hlinksldjump"/>
          </p:cNvPr>
          <p:cNvSpPr/>
          <p:nvPr/>
        </p:nvSpPr>
        <p:spPr>
          <a:xfrm>
            <a:off x="2416393" y="1965960"/>
            <a:ext cx="1755648" cy="475488"/>
          </a:xfrm>
          <a:prstGeom prst="rect">
            <a:avLst/>
          </a:prstGeom>
          <a:solidFill>
            <a:srgbClr val="FFFFFF">
              <a:alpha val="0"/>
            </a:srgbClr>
          </a:solidFill>
          <a:ln/>
        </p:spPr>
      </p:sp>
      <p:sp>
        <p:nvSpPr>
          <p:cNvPr id="65" name="obj-114">
            <a:hlinkClick r:id="rId10" tooltip="Step 3" action="ppaction://hlinksldjump"/>
          </p:cNvPr>
          <p:cNvSpPr/>
          <p:nvPr/>
        </p:nvSpPr>
        <p:spPr>
          <a:xfrm>
            <a:off x="4284147" y="1965960"/>
            <a:ext cx="1755648" cy="475488"/>
          </a:xfrm>
          <a:prstGeom prst="rect">
            <a:avLst/>
          </a:prstGeom>
          <a:solidFill>
            <a:srgbClr val="FFFFFF">
              <a:alpha val="0"/>
            </a:srgbClr>
          </a:solidFill>
          <a:ln/>
        </p:spPr>
      </p:sp>
      <p:sp>
        <p:nvSpPr>
          <p:cNvPr id="66" name="obj-115">
            <a:hlinkClick r:id="rId11" tooltip="Step 4" action="ppaction://hlinksldjump"/>
          </p:cNvPr>
          <p:cNvSpPr/>
          <p:nvPr/>
        </p:nvSpPr>
        <p:spPr>
          <a:xfrm>
            <a:off x="6151900" y="1965960"/>
            <a:ext cx="1755648" cy="475488"/>
          </a:xfrm>
          <a:prstGeom prst="rect">
            <a:avLst/>
          </a:prstGeom>
          <a:solidFill>
            <a:srgbClr val="FFFFFF">
              <a:alpha val="0"/>
            </a:srgbClr>
          </a:solidFill>
          <a:ln/>
        </p:spPr>
      </p:sp>
      <p:sp>
        <p:nvSpPr>
          <p:cNvPr id="67" name="obj-116">
            <a:hlinkClick r:id="rId12" tooltip="Zoom out" action="ppaction://hlinksldjump"/>
          </p:cNvPr>
          <p:cNvSpPr/>
          <p:nvPr/>
        </p:nvSpPr>
        <p:spPr>
          <a:xfrm>
            <a:off x="8019654" y="1965960"/>
            <a:ext cx="1755648" cy="475488"/>
          </a:xfrm>
          <a:prstGeom prst="rect">
            <a:avLst/>
          </a:prstGeom>
          <a:solidFill>
            <a:srgbClr val="FFFFFF">
              <a:alpha val="0"/>
            </a:srgbClr>
          </a:solidFill>
          <a:ln/>
        </p:spPr>
      </p:sp>
      <p:sp>
        <p:nvSpPr>
          <p:cNvPr id="68" name="obj-117">
            <a:hlinkClick r:id="rId13" tooltip="Step 6" action="ppaction://hlinksldjump"/>
          </p:cNvPr>
          <p:cNvSpPr/>
          <p:nvPr/>
        </p:nvSpPr>
        <p:spPr>
          <a:xfrm>
            <a:off x="9887407" y="1965960"/>
            <a:ext cx="1755648" cy="475488"/>
          </a:xfrm>
          <a:prstGeom prst="rect">
            <a:avLst/>
          </a:prstGeom>
          <a:solidFill>
            <a:srgbClr val="FFFFFF">
              <a:alpha val="0"/>
            </a:srgbClr>
          </a:solidFill>
          <a:ln/>
        </p:spPr>
      </p:sp>
      <p:sp>
        <p:nvSpPr>
          <p:cNvPr id="69"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0" y="0"/>
            <a:ext cx="12191695" cy="6858000"/>
          </a:xfrm>
          <a:prstGeom prst="rect">
            <a:avLst/>
          </a:prstGeom>
        </p:spPr>
      </p:pic>
      <p:sp>
        <p:nvSpPr>
          <p:cNvPr id="3" name="!!bh0"/>
          <p:cNvSpPr/>
          <p:nvPr/>
        </p:nvSpPr>
        <p:spPr>
          <a:xfrm>
            <a:off x="1609344" y="4829861"/>
            <a:ext cx="493776" cy="493776"/>
          </a:xfrm>
          <a:prstGeom prst="ellipse">
            <a:avLst/>
          </a:prstGeom>
          <a:solidFill>
            <a:schemeClr val="accent1">
              <a:alpha val="16000"/>
            </a:schemeClr>
          </a:solidFill>
          <a:ln/>
        </p:spPr>
      </p:sp>
      <p:sp>
        <p:nvSpPr>
          <p:cNvPr id="4" name="!!bc0"/>
          <p:cNvSpPr/>
          <p:nvPr/>
        </p:nvSpPr>
        <p:spPr>
          <a:xfrm>
            <a:off x="1709928" y="4930445"/>
            <a:ext cx="292608" cy="292608"/>
          </a:xfrm>
          <a:prstGeom prst="ellipse">
            <a:avLst/>
          </a:prstGeom>
          <a:solidFill>
            <a:schemeClr val="accent1"/>
          </a:solidFill>
          <a:ln w="15875">
            <a:solidFill>
              <a:schemeClr val="bg1"/>
            </a:solidFill>
            <a:prstDash val="solid"/>
          </a:ln>
        </p:spPr>
      </p:sp>
      <p:sp>
        <p:nvSpPr>
          <p:cNvPr id="5" name="!!bt0"/>
          <p:cNvSpPr txBox="1"/>
          <p:nvPr/>
        </p:nvSpPr>
        <p:spPr>
          <a:xfrm>
            <a:off x="1709928" y="49304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2753258" y="4258361"/>
            <a:ext cx="493776" cy="493776"/>
          </a:xfrm>
          <a:prstGeom prst="ellipse">
            <a:avLst/>
          </a:prstGeom>
          <a:solidFill>
            <a:schemeClr val="accent1">
              <a:alpha val="16000"/>
            </a:schemeClr>
          </a:solidFill>
          <a:ln/>
        </p:spPr>
      </p:sp>
      <p:sp>
        <p:nvSpPr>
          <p:cNvPr id="7" name="!!bc1"/>
          <p:cNvSpPr/>
          <p:nvPr/>
        </p:nvSpPr>
        <p:spPr>
          <a:xfrm>
            <a:off x="2853842" y="4358945"/>
            <a:ext cx="292608" cy="292608"/>
          </a:xfrm>
          <a:prstGeom prst="ellipse">
            <a:avLst/>
          </a:prstGeom>
          <a:solidFill>
            <a:schemeClr val="accent1"/>
          </a:solidFill>
          <a:ln w="15875">
            <a:solidFill>
              <a:schemeClr val="bg1"/>
            </a:solidFill>
            <a:prstDash val="solid"/>
          </a:ln>
        </p:spPr>
      </p:sp>
      <p:sp>
        <p:nvSpPr>
          <p:cNvPr id="8" name="!!bt1"/>
          <p:cNvSpPr txBox="1"/>
          <p:nvPr/>
        </p:nvSpPr>
        <p:spPr>
          <a:xfrm>
            <a:off x="2853842" y="43589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4678070" y="3295498"/>
            <a:ext cx="493776" cy="493776"/>
          </a:xfrm>
          <a:prstGeom prst="ellipse">
            <a:avLst/>
          </a:prstGeom>
          <a:solidFill>
            <a:schemeClr val="accent1">
              <a:alpha val="16000"/>
            </a:schemeClr>
          </a:solidFill>
          <a:ln/>
        </p:spPr>
      </p:sp>
      <p:sp>
        <p:nvSpPr>
          <p:cNvPr id="10" name="!!bc2"/>
          <p:cNvSpPr/>
          <p:nvPr/>
        </p:nvSpPr>
        <p:spPr>
          <a:xfrm>
            <a:off x="4778654" y="3396082"/>
            <a:ext cx="292608" cy="292608"/>
          </a:xfrm>
          <a:prstGeom prst="ellipse">
            <a:avLst/>
          </a:prstGeom>
          <a:solidFill>
            <a:schemeClr val="accent1"/>
          </a:solidFill>
          <a:ln w="15875">
            <a:solidFill>
              <a:schemeClr val="bg1"/>
            </a:solidFill>
            <a:prstDash val="solid"/>
          </a:ln>
        </p:spPr>
      </p:sp>
      <p:sp>
        <p:nvSpPr>
          <p:cNvPr id="11" name="!!bt2"/>
          <p:cNvSpPr txBox="1"/>
          <p:nvPr/>
        </p:nvSpPr>
        <p:spPr>
          <a:xfrm>
            <a:off x="4778654" y="3396082"/>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293815" y="3831336"/>
            <a:ext cx="493776" cy="493776"/>
          </a:xfrm>
          <a:prstGeom prst="ellipse">
            <a:avLst/>
          </a:prstGeom>
          <a:solidFill>
            <a:schemeClr val="accent1">
              <a:alpha val="16000"/>
            </a:schemeClr>
          </a:solidFill>
          <a:ln/>
        </p:spPr>
      </p:sp>
      <p:sp>
        <p:nvSpPr>
          <p:cNvPr id="13" name="!!bc3"/>
          <p:cNvSpPr/>
          <p:nvPr/>
        </p:nvSpPr>
        <p:spPr>
          <a:xfrm>
            <a:off x="6394399" y="3931920"/>
            <a:ext cx="292608" cy="292608"/>
          </a:xfrm>
          <a:prstGeom prst="ellipse">
            <a:avLst/>
          </a:prstGeom>
          <a:solidFill>
            <a:schemeClr val="accent1"/>
          </a:solidFill>
          <a:ln w="15875">
            <a:solidFill>
              <a:schemeClr val="bg1"/>
            </a:solidFill>
            <a:prstDash val="solid"/>
          </a:ln>
        </p:spPr>
      </p:sp>
      <p:sp>
        <p:nvSpPr>
          <p:cNvPr id="14" name="!!bt3"/>
          <p:cNvSpPr txBox="1"/>
          <p:nvPr/>
        </p:nvSpPr>
        <p:spPr>
          <a:xfrm>
            <a:off x="6394399" y="39319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8635594" y="5002682"/>
            <a:ext cx="493776" cy="493776"/>
          </a:xfrm>
          <a:prstGeom prst="ellipse">
            <a:avLst/>
          </a:prstGeom>
          <a:solidFill>
            <a:schemeClr val="accent1">
              <a:alpha val="16000"/>
            </a:schemeClr>
          </a:solidFill>
          <a:ln/>
        </p:spPr>
      </p:sp>
      <p:sp>
        <p:nvSpPr>
          <p:cNvPr id="16" name="!!bc4"/>
          <p:cNvSpPr/>
          <p:nvPr/>
        </p:nvSpPr>
        <p:spPr>
          <a:xfrm>
            <a:off x="8736178" y="5103266"/>
            <a:ext cx="292608" cy="292608"/>
          </a:xfrm>
          <a:prstGeom prst="ellipse">
            <a:avLst/>
          </a:prstGeom>
          <a:solidFill>
            <a:schemeClr val="accent1"/>
          </a:solidFill>
          <a:ln w="15875">
            <a:solidFill>
              <a:schemeClr val="bg1"/>
            </a:solidFill>
            <a:prstDash val="solid"/>
          </a:ln>
        </p:spPr>
      </p:sp>
      <p:sp>
        <p:nvSpPr>
          <p:cNvPr id="17" name="!!bt4"/>
          <p:cNvSpPr txBox="1"/>
          <p:nvPr/>
        </p:nvSpPr>
        <p:spPr>
          <a:xfrm>
            <a:off x="8736178" y="510326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823460" y="5205679"/>
            <a:ext cx="786384" cy="786384"/>
          </a:xfrm>
          <a:prstGeom prst="ellipse">
            <a:avLst/>
          </a:prstGeom>
          <a:solidFill>
            <a:schemeClr val="accent1">
              <a:alpha val="28000"/>
            </a:schemeClr>
          </a:solidFill>
          <a:ln/>
        </p:spPr>
      </p:sp>
      <p:sp>
        <p:nvSpPr>
          <p:cNvPr id="19" name="!!bc5"/>
          <p:cNvSpPr/>
          <p:nvPr/>
        </p:nvSpPr>
        <p:spPr>
          <a:xfrm>
            <a:off x="5070348" y="5452567"/>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0348" y="545256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2"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3"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4" name="!!dim"/>
          <p:cNvSpPr/>
          <p:nvPr/>
        </p:nvSpPr>
        <p:spPr>
          <a:xfrm>
            <a:off x="0" y="2560320"/>
            <a:ext cx="12191695" cy="4297680"/>
          </a:xfrm>
          <a:prstGeom prst="rect">
            <a:avLst/>
          </a:prstGeom>
          <a:solidFill>
            <a:srgbClr val="F4F6F8">
              <a:alpha val="86000"/>
            </a:srgbClr>
          </a:solidFill>
          <a:ln/>
        </p:spPr>
      </p:sp>
      <p:sp>
        <p:nvSpPr>
          <p:cNvPr id="25" name="!!card0"/>
          <p:cNvSpPr/>
          <p:nvPr/>
        </p:nvSpPr>
        <p:spPr>
          <a:xfrm>
            <a:off x="548640"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26" name="!!num0c"/>
          <p:cNvSpPr/>
          <p:nvPr/>
        </p:nvSpPr>
        <p:spPr>
          <a:xfrm>
            <a:off x="658368" y="2066544"/>
            <a:ext cx="274320" cy="274320"/>
          </a:xfrm>
          <a:prstGeom prst="ellipse">
            <a:avLst/>
          </a:prstGeom>
          <a:solidFill>
            <a:schemeClr val="accent1"/>
          </a:solidFill>
          <a:ln/>
        </p:spPr>
      </p:sp>
      <p:sp>
        <p:nvSpPr>
          <p:cNvPr id="27" name="!!num0t"/>
          <p:cNvSpPr txBox="1"/>
          <p:nvPr/>
        </p:nvSpPr>
        <p:spPr>
          <a:xfrm>
            <a:off x="658368"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8" name="!!ttl0"/>
          <p:cNvSpPr txBox="1"/>
          <p:nvPr/>
        </p:nvSpPr>
        <p:spPr>
          <a:xfrm>
            <a:off x="1005840"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Enrol at home</a:t>
            </a:r>
            <a:endParaRPr lang="en-US" sz="1300" dirty="0"/>
          </a:p>
        </p:txBody>
      </p:sp>
      <p:sp>
        <p:nvSpPr>
          <p:cNvPr id="29" name="!!card1"/>
          <p:cNvSpPr/>
          <p:nvPr/>
        </p:nvSpPr>
        <p:spPr>
          <a:xfrm>
            <a:off x="2416393"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0" name="!!num1c"/>
          <p:cNvSpPr/>
          <p:nvPr/>
        </p:nvSpPr>
        <p:spPr>
          <a:xfrm>
            <a:off x="2526121" y="2066544"/>
            <a:ext cx="274320" cy="274320"/>
          </a:xfrm>
          <a:prstGeom prst="ellipse">
            <a:avLst/>
          </a:prstGeom>
          <a:solidFill>
            <a:schemeClr val="accent1"/>
          </a:solidFill>
          <a:ln/>
        </p:spPr>
      </p:sp>
      <p:sp>
        <p:nvSpPr>
          <p:cNvPr id="31" name="!!num1t"/>
          <p:cNvSpPr txBox="1"/>
          <p:nvPr/>
        </p:nvSpPr>
        <p:spPr>
          <a:xfrm>
            <a:off x="2526121"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2" name="!!ttl1"/>
          <p:cNvSpPr txBox="1"/>
          <p:nvPr/>
        </p:nvSpPr>
        <p:spPr>
          <a:xfrm>
            <a:off x="2873593"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Approach</a:t>
            </a:r>
            <a:endParaRPr lang="en-US" sz="1300" dirty="0"/>
          </a:p>
        </p:txBody>
      </p:sp>
      <p:sp>
        <p:nvSpPr>
          <p:cNvPr id="33" name="!!card2"/>
          <p:cNvSpPr/>
          <p:nvPr/>
        </p:nvSpPr>
        <p:spPr>
          <a:xfrm>
            <a:off x="4284147"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4" name="!!num2c"/>
          <p:cNvSpPr/>
          <p:nvPr/>
        </p:nvSpPr>
        <p:spPr>
          <a:xfrm>
            <a:off x="4393875" y="2066544"/>
            <a:ext cx="274320" cy="274320"/>
          </a:xfrm>
          <a:prstGeom prst="ellipse">
            <a:avLst/>
          </a:prstGeom>
          <a:solidFill>
            <a:schemeClr val="accent1"/>
          </a:solidFill>
          <a:ln/>
        </p:spPr>
      </p:sp>
      <p:sp>
        <p:nvSpPr>
          <p:cNvPr id="35" name="!!num2t"/>
          <p:cNvSpPr txBox="1"/>
          <p:nvPr/>
        </p:nvSpPr>
        <p:spPr>
          <a:xfrm>
            <a:off x="4393875"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6" name="!!ttl2"/>
          <p:cNvSpPr txBox="1"/>
          <p:nvPr/>
        </p:nvSpPr>
        <p:spPr>
          <a:xfrm>
            <a:off x="4741347"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Walk through</a:t>
            </a:r>
            <a:endParaRPr lang="en-US" sz="1300" dirty="0"/>
          </a:p>
        </p:txBody>
      </p:sp>
      <p:sp>
        <p:nvSpPr>
          <p:cNvPr id="37" name="!!card3"/>
          <p:cNvSpPr/>
          <p:nvPr/>
        </p:nvSpPr>
        <p:spPr>
          <a:xfrm>
            <a:off x="6151900"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38" name="!!num3c"/>
          <p:cNvSpPr/>
          <p:nvPr/>
        </p:nvSpPr>
        <p:spPr>
          <a:xfrm>
            <a:off x="6261628" y="2066544"/>
            <a:ext cx="274320" cy="274320"/>
          </a:xfrm>
          <a:prstGeom prst="ellipse">
            <a:avLst/>
          </a:prstGeom>
          <a:solidFill>
            <a:schemeClr val="accent1"/>
          </a:solidFill>
          <a:ln/>
        </p:spPr>
      </p:sp>
      <p:sp>
        <p:nvSpPr>
          <p:cNvPr id="39" name="!!num3t"/>
          <p:cNvSpPr txBox="1"/>
          <p:nvPr/>
        </p:nvSpPr>
        <p:spPr>
          <a:xfrm>
            <a:off x="6261628"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0" name="!!ttl3"/>
          <p:cNvSpPr txBox="1"/>
          <p:nvPr/>
        </p:nvSpPr>
        <p:spPr>
          <a:xfrm>
            <a:off x="6609100"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Pre-screen</a:t>
            </a:r>
            <a:endParaRPr lang="en-US" sz="1300" dirty="0"/>
          </a:p>
        </p:txBody>
      </p:sp>
      <p:sp>
        <p:nvSpPr>
          <p:cNvPr id="41" name="!!card4"/>
          <p:cNvSpPr/>
          <p:nvPr/>
        </p:nvSpPr>
        <p:spPr>
          <a:xfrm>
            <a:off x="8019654" y="1965960"/>
            <a:ext cx="1755648" cy="475488"/>
          </a:xfrm>
          <a:prstGeom prst="roundRect">
            <a:avLst>
              <a:gd name="adj" fmla="val 26923"/>
            </a:avLst>
          </a:prstGeom>
          <a:solidFill>
            <a:schemeClr val="bg1"/>
          </a:solidFill>
          <a:ln/>
          <a:effectLst>
            <a:outerShdw sx="100000" sy="100000" kx="0" ky="0" algn="bl" rotWithShape="0" blurRad="203200" dist="38100" dir="5400000">
              <a:srgbClr val="0A1628">
                <a:alpha val="10000"/>
              </a:srgbClr>
            </a:outerShdw>
          </a:effectLst>
        </p:spPr>
      </p:sp>
      <p:sp>
        <p:nvSpPr>
          <p:cNvPr id="42" name="!!num4c"/>
          <p:cNvSpPr/>
          <p:nvPr/>
        </p:nvSpPr>
        <p:spPr>
          <a:xfrm>
            <a:off x="8129382" y="2066544"/>
            <a:ext cx="274320" cy="274320"/>
          </a:xfrm>
          <a:prstGeom prst="ellipse">
            <a:avLst/>
          </a:prstGeom>
          <a:solidFill>
            <a:schemeClr val="accent1"/>
          </a:solidFill>
          <a:ln/>
        </p:spPr>
      </p:sp>
      <p:sp>
        <p:nvSpPr>
          <p:cNvPr id="43" name="!!num4t"/>
          <p:cNvSpPr txBox="1"/>
          <p:nvPr/>
        </p:nvSpPr>
        <p:spPr>
          <a:xfrm>
            <a:off x="8129382" y="2066544"/>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44" name="!!ttl4"/>
          <p:cNvSpPr txBox="1"/>
          <p:nvPr/>
        </p:nvSpPr>
        <p:spPr>
          <a:xfrm>
            <a:off x="8476854" y="1965960"/>
            <a:ext cx="1243584" cy="475488"/>
          </a:xfrm>
          <a:prstGeom prst="rect">
            <a:avLst/>
          </a:prstGeom>
          <a:noFill/>
          <a:ln/>
        </p:spPr>
        <p:txBody>
          <a:bodyPr wrap="square" lIns="0" tIns="0" rIns="0" bIns="0" rtlCol="0" anchor="ctr"/>
          <a:lstStyle/>
          <a:p>
            <a:pPr indent="0" marL="0">
              <a:buNone/>
            </a:pPr>
            <a:r>
              <a:rPr lang="en-US" sz="1300" b="1" dirty="0">
                <a:solidFill>
                  <a:schemeClr val="tx1"/>
                </a:solidFill>
              </a:rPr>
              <a:t>Board</a:t>
            </a:r>
            <a:endParaRPr lang="en-US" sz="1300" dirty="0"/>
          </a:p>
        </p:txBody>
      </p:sp>
      <p:sp>
        <p:nvSpPr>
          <p:cNvPr id="45" name="!!card5"/>
          <p:cNvSpPr/>
          <p:nvPr/>
        </p:nvSpPr>
        <p:spPr>
          <a:xfrm>
            <a:off x="9887407" y="1965960"/>
            <a:ext cx="1755648" cy="475488"/>
          </a:xfrm>
          <a:prstGeom prst="roundRect">
            <a:avLst>
              <a:gd name="adj" fmla="val 26923"/>
            </a:avLst>
          </a:prstGeom>
          <a:solidFill>
            <a:schemeClr val="accent1"/>
          </a:solidFill>
          <a:ln/>
          <a:effectLst>
            <a:outerShdw sx="100000" sy="100000" kx="0" ky="0" algn="bl" rotWithShape="0" blurRad="203200" dist="38100" dir="5400000">
              <a:srgbClr val="0A1628">
                <a:alpha val="10000"/>
              </a:srgbClr>
            </a:outerShdw>
          </a:effectLst>
        </p:spPr>
      </p:sp>
      <p:sp>
        <p:nvSpPr>
          <p:cNvPr id="46" name="!!num5c"/>
          <p:cNvSpPr/>
          <p:nvPr/>
        </p:nvSpPr>
        <p:spPr>
          <a:xfrm>
            <a:off x="9997135" y="2066544"/>
            <a:ext cx="274320" cy="274320"/>
          </a:xfrm>
          <a:prstGeom prst="ellipse">
            <a:avLst/>
          </a:prstGeom>
          <a:solidFill>
            <a:schemeClr val="bg1"/>
          </a:solidFill>
          <a:ln/>
        </p:spPr>
      </p:sp>
      <p:sp>
        <p:nvSpPr>
          <p:cNvPr id="47" name="!!num5t"/>
          <p:cNvSpPr txBox="1"/>
          <p:nvPr/>
        </p:nvSpPr>
        <p:spPr>
          <a:xfrm>
            <a:off x="9997135" y="2066544"/>
            <a:ext cx="274320" cy="274320"/>
          </a:xfrm>
          <a:prstGeom prst="rect">
            <a:avLst/>
          </a:prstGeom>
          <a:noFill/>
          <a:ln/>
        </p:spPr>
        <p:txBody>
          <a:bodyPr wrap="square" lIns="0" tIns="0" rIns="0" bIns="0" rtlCol="0" anchor="ctr"/>
          <a:lstStyle/>
          <a:p>
            <a:pPr algn="ctr" indent="0" marL="0">
              <a:buNone/>
            </a:pPr>
            <a:r>
              <a:rPr lang="en-US" sz="1200" b="1" dirty="0">
                <a:solidFill>
                  <a:schemeClr val="accent1"/>
                </a:solidFill>
              </a:rPr>
              <a:t>6</a:t>
            </a:r>
            <a:endParaRPr lang="en-US" sz="1200" dirty="0"/>
          </a:p>
        </p:txBody>
      </p:sp>
      <p:sp>
        <p:nvSpPr>
          <p:cNvPr id="48" name="!!ttl5"/>
          <p:cNvSpPr txBox="1"/>
          <p:nvPr/>
        </p:nvSpPr>
        <p:spPr>
          <a:xfrm>
            <a:off x="10344607" y="1965960"/>
            <a:ext cx="1243584" cy="475488"/>
          </a:xfrm>
          <a:prstGeom prst="rect">
            <a:avLst/>
          </a:prstGeom>
          <a:noFill/>
          <a:ln/>
        </p:spPr>
        <p:txBody>
          <a:bodyPr wrap="square" lIns="0" tIns="0" rIns="0" bIns="0" rtlCol="0" anchor="ctr"/>
          <a:lstStyle/>
          <a:p>
            <a:pPr indent="0" marL="0">
              <a:buNone/>
            </a:pPr>
            <a:r>
              <a:rPr lang="en-US" sz="1300" b="1" dirty="0">
                <a:solidFill>
                  <a:schemeClr val="bg1"/>
                </a:solidFill>
              </a:rPr>
              <a:t>Oversee</a:t>
            </a:r>
            <a:endParaRPr lang="en-US" sz="1300" dirty="0"/>
          </a:p>
        </p:txBody>
      </p:sp>
      <p:sp>
        <p:nvSpPr>
          <p:cNvPr id="49" name="!!hero"/>
          <p:cNvSpPr/>
          <p:nvPr/>
        </p:nvSpPr>
        <p:spPr>
          <a:xfrm>
            <a:off x="868680" y="2670048"/>
            <a:ext cx="10451592" cy="3474720"/>
          </a:xfrm>
          <a:prstGeom prst="roundRect">
            <a:avLst>
              <a:gd name="adj" fmla="val 4737"/>
            </a:avLst>
          </a:prstGeom>
          <a:solidFill>
            <a:schemeClr val="bg1"/>
          </a:solidFill>
          <a:ln/>
          <a:effectLst>
            <a:outerShdw sx="100000" sy="100000" kx="0" ky="0" algn="bl" rotWithShape="0" blurRad="203200" dist="38100" dir="5400000">
              <a:srgbClr val="0A1628">
                <a:alpha val="10000"/>
              </a:srgbClr>
            </a:outerShdw>
          </a:effectLst>
        </p:spPr>
      </p:sp>
      <p:pic>
        <p:nvPicPr>
          <p:cNvPr id="50" name="!!img5" descr="/tmp/claude-0/-home-user-sgqy/b70fb111-7300-56ba-abe4-4b6e17d8c33e/scratchpad/assets/v5/t6.png">
            <a:hlinkClick r:id="rId3" tooltip="Zoom out" action="ppaction://hlinksldjump"/>
          </p:cNvPr>
          <p:cNvPicPr>
            <a:picLocks noChangeAspect="1"/>
          </p:cNvPicPr>
          <p:nvPr/>
        </p:nvPicPr>
        <p:blipFill>
          <a:blip r:embed="rId2"/>
          <a:stretch>
            <a:fillRect/>
          </a:stretch>
        </p:blipFill>
        <p:spPr>
          <a:xfrm>
            <a:off x="1051560" y="2834640"/>
            <a:ext cx="4521708" cy="3145536"/>
          </a:xfrm>
          <a:prstGeom prst="rect">
            <a:avLst/>
          </a:prstGeom>
        </p:spPr>
      </p:pic>
      <p:sp>
        <p:nvSpPr>
          <p:cNvPr id="51" name="h5l"/>
          <p:cNvSpPr txBox="1"/>
          <p:nvPr/>
        </p:nvSpPr>
        <p:spPr>
          <a:xfrm>
            <a:off x="5939028" y="3054096"/>
            <a:ext cx="4924044"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STEP 6 OF 6  ·  OVERSEE</a:t>
            </a:r>
            <a:endParaRPr lang="en-US" sz="1100" dirty="0"/>
          </a:p>
        </p:txBody>
      </p:sp>
      <p:sp>
        <p:nvSpPr>
          <p:cNvPr id="52" name="h5n"/>
          <p:cNvSpPr txBox="1"/>
          <p:nvPr/>
        </p:nvSpPr>
        <p:spPr>
          <a:xfrm>
            <a:off x="5939028" y="3364992"/>
            <a:ext cx="4924044" cy="438912"/>
          </a:xfrm>
          <a:prstGeom prst="rect">
            <a:avLst/>
          </a:prstGeom>
          <a:noFill/>
          <a:ln/>
        </p:spPr>
        <p:txBody>
          <a:bodyPr wrap="square" lIns="0" tIns="0" rIns="0" bIns="0" rtlCol="0" anchor="t"/>
          <a:lstStyle/>
          <a:p>
            <a:pPr indent="0" marL="0">
              <a:buNone/>
            </a:pPr>
            <a:r>
              <a:rPr lang="en-US" sz="2600" b="1" dirty="0">
                <a:solidFill>
                  <a:schemeClr val="tx1"/>
                </a:solidFill>
              </a:rPr>
              <a:t>AGIL® Secure ISMP</a:t>
            </a:r>
            <a:endParaRPr lang="en-US" sz="2600" dirty="0"/>
          </a:p>
        </p:txBody>
      </p:sp>
      <p:sp>
        <p:nvSpPr>
          <p:cNvPr id="53" name="h5d"/>
          <p:cNvSpPr txBox="1"/>
          <p:nvPr/>
        </p:nvSpPr>
        <p:spPr>
          <a:xfrm>
            <a:off x="5939028" y="3895344"/>
            <a:ext cx="4924044" cy="749808"/>
          </a:xfrm>
          <a:prstGeom prst="rect">
            <a:avLst/>
          </a:prstGeom>
          <a:noFill/>
          <a:ln/>
        </p:spPr>
        <p:txBody>
          <a:bodyPr wrap="square" lIns="0" tIns="0" rIns="0" bIns="0" rtlCol="0" anchor="t"/>
          <a:lstStyle/>
          <a:p>
            <a:pPr indent="0" marL="0">
              <a:buNone/>
            </a:pPr>
            <a:r>
              <a:rPr lang="en-US" sz="1500" dirty="0">
                <a:solidFill>
                  <a:schemeClr val="tx2"/>
                </a:solidFill>
              </a:rPr>
              <a:t>Every touchpoint in one command view. Officers act only on exceptions.</a:t>
            </a:r>
            <a:endParaRPr lang="en-US" sz="1500" dirty="0"/>
          </a:p>
        </p:txBody>
      </p:sp>
      <p:sp>
        <p:nvSpPr>
          <p:cNvPr id="54" name="h5f0o"/>
          <p:cNvSpPr/>
          <p:nvPr/>
        </p:nvSpPr>
        <p:spPr>
          <a:xfrm>
            <a:off x="5939028" y="5120640"/>
            <a:ext cx="329184" cy="329184"/>
          </a:xfrm>
          <a:prstGeom prst="ellipse">
            <a:avLst/>
          </a:prstGeom>
          <a:solidFill>
            <a:schemeClr val="accent1">
              <a:alpha val="12000"/>
            </a:schemeClr>
          </a:solidFill>
          <a:ln/>
        </p:spPr>
      </p:sp>
      <p:pic>
        <p:nvPicPr>
          <p:cNvPr id="55" name="h5f0i" descr="preencoded.png">    </p:cNvPr>
          <p:cNvPicPr>
            <a:picLocks noChangeAspect="1"/>
          </p:cNvPicPr>
          <p:nvPr/>
        </p:nvPicPr>
        <p:blipFill>
          <a:blip r:embed="rId4"/>
          <a:stretch>
            <a:fillRect/>
          </a:stretch>
        </p:blipFill>
        <p:spPr>
          <a:xfrm>
            <a:off x="6012180" y="5193792"/>
            <a:ext cx="182880" cy="182880"/>
          </a:xfrm>
          <a:prstGeom prst="rect">
            <a:avLst/>
          </a:prstGeom>
        </p:spPr>
      </p:pic>
      <p:sp>
        <p:nvSpPr>
          <p:cNvPr id="56" name="h5f0t"/>
          <p:cNvSpPr txBox="1"/>
          <p:nvPr/>
        </p:nvSpPr>
        <p:spPr>
          <a:xfrm>
            <a:off x="6396228" y="5120640"/>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Live passenger log</a:t>
            </a:r>
            <a:endParaRPr lang="en-US" sz="1400" dirty="0"/>
          </a:p>
        </p:txBody>
      </p:sp>
      <p:sp>
        <p:nvSpPr>
          <p:cNvPr id="57" name="h5f1o"/>
          <p:cNvSpPr/>
          <p:nvPr/>
        </p:nvSpPr>
        <p:spPr>
          <a:xfrm>
            <a:off x="5939028" y="5559552"/>
            <a:ext cx="329184" cy="329184"/>
          </a:xfrm>
          <a:prstGeom prst="ellipse">
            <a:avLst/>
          </a:prstGeom>
          <a:solidFill>
            <a:schemeClr val="accent1">
              <a:alpha val="12000"/>
            </a:schemeClr>
          </a:solidFill>
          <a:ln/>
        </p:spPr>
      </p:sp>
      <p:pic>
        <p:nvPicPr>
          <p:cNvPr id="58" name="h5f1i" descr="preencoded.png">    </p:cNvPr>
          <p:cNvPicPr>
            <a:picLocks noChangeAspect="1"/>
          </p:cNvPicPr>
          <p:nvPr/>
        </p:nvPicPr>
        <p:blipFill>
          <a:blip r:embed="rId5"/>
          <a:stretch>
            <a:fillRect/>
          </a:stretch>
        </p:blipFill>
        <p:spPr>
          <a:xfrm>
            <a:off x="6012180" y="5632704"/>
            <a:ext cx="182880" cy="182880"/>
          </a:xfrm>
          <a:prstGeom prst="rect">
            <a:avLst/>
          </a:prstGeom>
        </p:spPr>
      </p:pic>
      <p:sp>
        <p:nvSpPr>
          <p:cNvPr id="59" name="h5f1t"/>
          <p:cNvSpPr txBox="1"/>
          <p:nvPr/>
        </p:nvSpPr>
        <p:spPr>
          <a:xfrm>
            <a:off x="6396228" y="5559552"/>
            <a:ext cx="4466844" cy="329184"/>
          </a:xfrm>
          <a:prstGeom prst="rect">
            <a:avLst/>
          </a:prstGeom>
          <a:noFill/>
          <a:ln/>
        </p:spPr>
        <p:txBody>
          <a:bodyPr wrap="square" lIns="0" tIns="0" rIns="0" bIns="0" rtlCol="0" anchor="ctr"/>
          <a:lstStyle/>
          <a:p>
            <a:pPr indent="0" marL="0">
              <a:buNone/>
            </a:pPr>
            <a:r>
              <a:rPr lang="en-US" sz="1400" b="1" dirty="0">
                <a:solidFill>
                  <a:schemeClr val="tx1"/>
                </a:solidFill>
              </a:rPr>
              <a:t>Exception alerts</a:t>
            </a:r>
            <a:endParaRPr lang="en-US" sz="1400" dirty="0"/>
          </a:p>
        </p:txBody>
      </p:sp>
      <p:sp>
        <p:nvSpPr>
          <p:cNvPr id="60" name="!!close"/>
          <p:cNvSpPr/>
          <p:nvPr/>
        </p:nvSpPr>
        <p:spPr>
          <a:xfrm>
            <a:off x="10808208" y="2816352"/>
            <a:ext cx="365760" cy="365760"/>
          </a:xfrm>
          <a:prstGeom prst="ellipse">
            <a:avLst/>
          </a:prstGeom>
          <a:solidFill>
            <a:schemeClr val="accent5"/>
          </a:solidFill>
          <a:ln/>
        </p:spPr>
      </p:sp>
      <p:pic>
        <p:nvPicPr>
          <p:cNvPr id="61" name="!!closex" descr="preencoded.png">    </p:cNvPr>
          <p:cNvPicPr>
            <a:picLocks noChangeAspect="1"/>
          </p:cNvPicPr>
          <p:nvPr/>
        </p:nvPicPr>
        <p:blipFill>
          <a:blip r:embed="rId6"/>
          <a:stretch>
            <a:fillRect/>
          </a:stretch>
        </p:blipFill>
        <p:spPr>
          <a:xfrm>
            <a:off x="10890504" y="2898648"/>
            <a:ext cx="201168" cy="201168"/>
          </a:xfrm>
          <a:prstGeom prst="rect">
            <a:avLst/>
          </a:prstGeom>
        </p:spPr>
      </p:pic>
      <p:sp>
        <p:nvSpPr>
          <p:cNvPr id="62" name="obj-118">
            <a:hlinkClick r:id="rId7" tooltip="Zoom out" action="ppaction://hlinksldjump"/>
          </p:cNvPr>
          <p:cNvSpPr/>
          <p:nvPr/>
        </p:nvSpPr>
        <p:spPr>
          <a:xfrm>
            <a:off x="10808208" y="2816352"/>
            <a:ext cx="365760" cy="365760"/>
          </a:xfrm>
          <a:prstGeom prst="rect">
            <a:avLst/>
          </a:prstGeom>
          <a:solidFill>
            <a:srgbClr val="FFFFFF">
              <a:alpha val="0"/>
            </a:srgbClr>
          </a:solidFill>
          <a:ln/>
        </p:spPr>
      </p:sp>
      <p:sp>
        <p:nvSpPr>
          <p:cNvPr id="63" name="obj-119">
            <a:hlinkClick r:id="rId8" tooltip="Step 1" action="ppaction://hlinksldjump"/>
          </p:cNvPr>
          <p:cNvSpPr/>
          <p:nvPr/>
        </p:nvSpPr>
        <p:spPr>
          <a:xfrm>
            <a:off x="548640" y="1965960"/>
            <a:ext cx="1755648" cy="475488"/>
          </a:xfrm>
          <a:prstGeom prst="rect">
            <a:avLst/>
          </a:prstGeom>
          <a:solidFill>
            <a:srgbClr val="FFFFFF">
              <a:alpha val="0"/>
            </a:srgbClr>
          </a:solidFill>
          <a:ln/>
        </p:spPr>
      </p:sp>
      <p:sp>
        <p:nvSpPr>
          <p:cNvPr id="64" name="obj-120">
            <a:hlinkClick r:id="rId9" tooltip="Step 2" action="ppaction://hlinksldjump"/>
          </p:cNvPr>
          <p:cNvSpPr/>
          <p:nvPr/>
        </p:nvSpPr>
        <p:spPr>
          <a:xfrm>
            <a:off x="2416393" y="1965960"/>
            <a:ext cx="1755648" cy="475488"/>
          </a:xfrm>
          <a:prstGeom prst="rect">
            <a:avLst/>
          </a:prstGeom>
          <a:solidFill>
            <a:srgbClr val="FFFFFF">
              <a:alpha val="0"/>
            </a:srgbClr>
          </a:solidFill>
          <a:ln/>
        </p:spPr>
      </p:sp>
      <p:sp>
        <p:nvSpPr>
          <p:cNvPr id="65" name="obj-121">
            <a:hlinkClick r:id="rId10" tooltip="Step 3" action="ppaction://hlinksldjump"/>
          </p:cNvPr>
          <p:cNvSpPr/>
          <p:nvPr/>
        </p:nvSpPr>
        <p:spPr>
          <a:xfrm>
            <a:off x="4284147" y="1965960"/>
            <a:ext cx="1755648" cy="475488"/>
          </a:xfrm>
          <a:prstGeom prst="rect">
            <a:avLst/>
          </a:prstGeom>
          <a:solidFill>
            <a:srgbClr val="FFFFFF">
              <a:alpha val="0"/>
            </a:srgbClr>
          </a:solidFill>
          <a:ln/>
        </p:spPr>
      </p:sp>
      <p:sp>
        <p:nvSpPr>
          <p:cNvPr id="66" name="obj-122">
            <a:hlinkClick r:id="rId11" tooltip="Step 4" action="ppaction://hlinksldjump"/>
          </p:cNvPr>
          <p:cNvSpPr/>
          <p:nvPr/>
        </p:nvSpPr>
        <p:spPr>
          <a:xfrm>
            <a:off x="6151900" y="1965960"/>
            <a:ext cx="1755648" cy="475488"/>
          </a:xfrm>
          <a:prstGeom prst="rect">
            <a:avLst/>
          </a:prstGeom>
          <a:solidFill>
            <a:srgbClr val="FFFFFF">
              <a:alpha val="0"/>
            </a:srgbClr>
          </a:solidFill>
          <a:ln/>
        </p:spPr>
      </p:sp>
      <p:sp>
        <p:nvSpPr>
          <p:cNvPr id="67" name="obj-123">
            <a:hlinkClick r:id="rId12" tooltip="Step 5" action="ppaction://hlinksldjump"/>
          </p:cNvPr>
          <p:cNvSpPr/>
          <p:nvPr/>
        </p:nvSpPr>
        <p:spPr>
          <a:xfrm>
            <a:off x="8019654" y="1965960"/>
            <a:ext cx="1755648" cy="475488"/>
          </a:xfrm>
          <a:prstGeom prst="rect">
            <a:avLst/>
          </a:prstGeom>
          <a:solidFill>
            <a:srgbClr val="FFFFFF">
              <a:alpha val="0"/>
            </a:srgbClr>
          </a:solidFill>
          <a:ln/>
        </p:spPr>
      </p:sp>
      <p:sp>
        <p:nvSpPr>
          <p:cNvPr id="68" name="obj-124">
            <a:hlinkClick r:id="rId13" tooltip="Zoom out" action="ppaction://hlinksldjump"/>
          </p:cNvPr>
          <p:cNvSpPr/>
          <p:nvPr/>
        </p:nvSpPr>
        <p:spPr>
          <a:xfrm>
            <a:off x="9887407" y="1965960"/>
            <a:ext cx="1755648" cy="475488"/>
          </a:xfrm>
          <a:prstGeom prst="rect">
            <a:avLst/>
          </a:prstGeom>
          <a:solidFill>
            <a:srgbClr val="FFFFFF">
              <a:alpha val="0"/>
            </a:srgbClr>
          </a:solidFill>
          <a:ln/>
        </p:spPr>
      </p:sp>
      <p:sp>
        <p:nvSpPr>
          <p:cNvPr id="69"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0" y="0"/>
            <a:ext cx="12191695" cy="6858000"/>
          </a:xfrm>
          <a:prstGeom prst="rect">
            <a:avLst/>
          </a:prstGeom>
        </p:spPr>
      </p:pic>
      <p:sp>
        <p:nvSpPr>
          <p:cNvPr id="3" name="!!bh0"/>
          <p:cNvSpPr/>
          <p:nvPr/>
        </p:nvSpPr>
        <p:spPr>
          <a:xfrm>
            <a:off x="1609344" y="4829861"/>
            <a:ext cx="493776" cy="493776"/>
          </a:xfrm>
          <a:prstGeom prst="ellipse">
            <a:avLst/>
          </a:prstGeom>
          <a:solidFill>
            <a:schemeClr val="accent1">
              <a:alpha val="16000"/>
            </a:schemeClr>
          </a:solidFill>
          <a:ln/>
        </p:spPr>
      </p:sp>
      <p:sp>
        <p:nvSpPr>
          <p:cNvPr id="4" name="!!bc0"/>
          <p:cNvSpPr/>
          <p:nvPr/>
        </p:nvSpPr>
        <p:spPr>
          <a:xfrm>
            <a:off x="1709928" y="4930445"/>
            <a:ext cx="292608" cy="292608"/>
          </a:xfrm>
          <a:prstGeom prst="ellipse">
            <a:avLst/>
          </a:prstGeom>
          <a:solidFill>
            <a:schemeClr val="accent1"/>
          </a:solidFill>
          <a:ln w="15875">
            <a:solidFill>
              <a:schemeClr val="bg1"/>
            </a:solidFill>
            <a:prstDash val="solid"/>
          </a:ln>
        </p:spPr>
      </p:sp>
      <p:sp>
        <p:nvSpPr>
          <p:cNvPr id="5" name="!!bt0"/>
          <p:cNvSpPr txBox="1"/>
          <p:nvPr/>
        </p:nvSpPr>
        <p:spPr>
          <a:xfrm>
            <a:off x="1709928" y="49304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2753258" y="4258361"/>
            <a:ext cx="493776" cy="493776"/>
          </a:xfrm>
          <a:prstGeom prst="ellipse">
            <a:avLst/>
          </a:prstGeom>
          <a:solidFill>
            <a:schemeClr val="accent1">
              <a:alpha val="16000"/>
            </a:schemeClr>
          </a:solidFill>
          <a:ln/>
        </p:spPr>
      </p:sp>
      <p:sp>
        <p:nvSpPr>
          <p:cNvPr id="7" name="!!bc1"/>
          <p:cNvSpPr/>
          <p:nvPr/>
        </p:nvSpPr>
        <p:spPr>
          <a:xfrm>
            <a:off x="2853842" y="4358945"/>
            <a:ext cx="292608" cy="292608"/>
          </a:xfrm>
          <a:prstGeom prst="ellipse">
            <a:avLst/>
          </a:prstGeom>
          <a:solidFill>
            <a:schemeClr val="accent1"/>
          </a:solidFill>
          <a:ln w="15875">
            <a:solidFill>
              <a:schemeClr val="bg1"/>
            </a:solidFill>
            <a:prstDash val="solid"/>
          </a:ln>
        </p:spPr>
      </p:sp>
      <p:sp>
        <p:nvSpPr>
          <p:cNvPr id="8" name="!!bt1"/>
          <p:cNvSpPr txBox="1"/>
          <p:nvPr/>
        </p:nvSpPr>
        <p:spPr>
          <a:xfrm>
            <a:off x="2853842" y="43589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4678070" y="3295498"/>
            <a:ext cx="493776" cy="493776"/>
          </a:xfrm>
          <a:prstGeom prst="ellipse">
            <a:avLst/>
          </a:prstGeom>
          <a:solidFill>
            <a:schemeClr val="accent1">
              <a:alpha val="16000"/>
            </a:schemeClr>
          </a:solidFill>
          <a:ln/>
        </p:spPr>
      </p:sp>
      <p:sp>
        <p:nvSpPr>
          <p:cNvPr id="10" name="!!bc2"/>
          <p:cNvSpPr/>
          <p:nvPr/>
        </p:nvSpPr>
        <p:spPr>
          <a:xfrm>
            <a:off x="4778654" y="3396082"/>
            <a:ext cx="292608" cy="292608"/>
          </a:xfrm>
          <a:prstGeom prst="ellipse">
            <a:avLst/>
          </a:prstGeom>
          <a:solidFill>
            <a:schemeClr val="accent1"/>
          </a:solidFill>
          <a:ln w="15875">
            <a:solidFill>
              <a:schemeClr val="bg1"/>
            </a:solidFill>
            <a:prstDash val="solid"/>
          </a:ln>
        </p:spPr>
      </p:sp>
      <p:sp>
        <p:nvSpPr>
          <p:cNvPr id="11" name="!!bt2"/>
          <p:cNvSpPr txBox="1"/>
          <p:nvPr/>
        </p:nvSpPr>
        <p:spPr>
          <a:xfrm>
            <a:off x="4778654" y="3396082"/>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293815" y="3831336"/>
            <a:ext cx="493776" cy="493776"/>
          </a:xfrm>
          <a:prstGeom prst="ellipse">
            <a:avLst/>
          </a:prstGeom>
          <a:solidFill>
            <a:schemeClr val="accent1">
              <a:alpha val="16000"/>
            </a:schemeClr>
          </a:solidFill>
          <a:ln/>
        </p:spPr>
      </p:sp>
      <p:sp>
        <p:nvSpPr>
          <p:cNvPr id="13" name="!!bc3"/>
          <p:cNvSpPr/>
          <p:nvPr/>
        </p:nvSpPr>
        <p:spPr>
          <a:xfrm>
            <a:off x="6394399" y="3931920"/>
            <a:ext cx="292608" cy="292608"/>
          </a:xfrm>
          <a:prstGeom prst="ellipse">
            <a:avLst/>
          </a:prstGeom>
          <a:solidFill>
            <a:schemeClr val="accent1"/>
          </a:solidFill>
          <a:ln w="15875">
            <a:solidFill>
              <a:schemeClr val="bg1"/>
            </a:solidFill>
            <a:prstDash val="solid"/>
          </a:ln>
        </p:spPr>
      </p:sp>
      <p:sp>
        <p:nvSpPr>
          <p:cNvPr id="14" name="!!bt3"/>
          <p:cNvSpPr txBox="1"/>
          <p:nvPr/>
        </p:nvSpPr>
        <p:spPr>
          <a:xfrm>
            <a:off x="6394399" y="39319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8635594" y="5002682"/>
            <a:ext cx="493776" cy="493776"/>
          </a:xfrm>
          <a:prstGeom prst="ellipse">
            <a:avLst/>
          </a:prstGeom>
          <a:solidFill>
            <a:schemeClr val="accent1">
              <a:alpha val="16000"/>
            </a:schemeClr>
          </a:solidFill>
          <a:ln/>
        </p:spPr>
      </p:sp>
      <p:sp>
        <p:nvSpPr>
          <p:cNvPr id="16" name="!!bc4"/>
          <p:cNvSpPr/>
          <p:nvPr/>
        </p:nvSpPr>
        <p:spPr>
          <a:xfrm>
            <a:off x="8736178" y="5103266"/>
            <a:ext cx="292608" cy="292608"/>
          </a:xfrm>
          <a:prstGeom prst="ellipse">
            <a:avLst/>
          </a:prstGeom>
          <a:solidFill>
            <a:schemeClr val="accent1"/>
          </a:solidFill>
          <a:ln w="15875">
            <a:solidFill>
              <a:schemeClr val="bg1"/>
            </a:solidFill>
            <a:prstDash val="solid"/>
          </a:ln>
        </p:spPr>
      </p:sp>
      <p:sp>
        <p:nvSpPr>
          <p:cNvPr id="17" name="!!bt4"/>
          <p:cNvSpPr txBox="1"/>
          <p:nvPr/>
        </p:nvSpPr>
        <p:spPr>
          <a:xfrm>
            <a:off x="8736178" y="510326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969764" y="5351983"/>
            <a:ext cx="493776" cy="493776"/>
          </a:xfrm>
          <a:prstGeom prst="ellipse">
            <a:avLst/>
          </a:prstGeom>
          <a:solidFill>
            <a:schemeClr val="accent1">
              <a:alpha val="16000"/>
            </a:schemeClr>
          </a:solidFill>
          <a:ln/>
        </p:spPr>
      </p:sp>
      <p:sp>
        <p:nvSpPr>
          <p:cNvPr id="19" name="!!bc5"/>
          <p:cNvSpPr/>
          <p:nvPr/>
        </p:nvSpPr>
        <p:spPr>
          <a:xfrm>
            <a:off x="5070348" y="5452567"/>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0348" y="545256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2"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3"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4" name="!!con0"/>
          <p:cNvSpPr/>
          <p:nvPr/>
        </p:nvSpPr>
        <p:spPr>
          <a:xfrm flipV="1">
            <a:off x="1856232" y="2880360"/>
            <a:ext cx="521208" cy="2196389"/>
          </a:xfrm>
          <a:prstGeom prst="line">
            <a:avLst/>
          </a:prstGeom>
          <a:noFill/>
          <a:ln w="12700">
            <a:solidFill>
              <a:schemeClr val="accent1">
                <a:alpha val="85000"/>
              </a:schemeClr>
            </a:solidFill>
            <a:prstDash val="solid"/>
          </a:ln>
        </p:spPr>
      </p:sp>
      <p:sp>
        <p:nvSpPr>
          <p:cNvPr id="25" name="!!con1"/>
          <p:cNvSpPr/>
          <p:nvPr/>
        </p:nvSpPr>
        <p:spPr>
          <a:xfrm flipV="1">
            <a:off x="3000146" y="2880360"/>
            <a:ext cx="566014" cy="1624889"/>
          </a:xfrm>
          <a:prstGeom prst="line">
            <a:avLst/>
          </a:prstGeom>
          <a:noFill/>
          <a:ln w="12700">
            <a:solidFill>
              <a:schemeClr val="accent1">
                <a:alpha val="85000"/>
              </a:schemeClr>
            </a:solidFill>
            <a:prstDash val="solid"/>
          </a:ln>
        </p:spPr>
      </p:sp>
      <p:sp>
        <p:nvSpPr>
          <p:cNvPr id="26" name="!!con2"/>
          <p:cNvSpPr/>
          <p:nvPr/>
        </p:nvSpPr>
        <p:spPr>
          <a:xfrm flipV="1">
            <a:off x="4924958" y="2880360"/>
            <a:ext cx="561442" cy="662026"/>
          </a:xfrm>
          <a:prstGeom prst="line">
            <a:avLst/>
          </a:prstGeom>
          <a:noFill/>
          <a:ln w="12700">
            <a:solidFill>
              <a:schemeClr val="accent1">
                <a:alpha val="85000"/>
              </a:schemeClr>
            </a:solidFill>
            <a:prstDash val="solid"/>
          </a:ln>
        </p:spPr>
      </p:sp>
      <p:sp>
        <p:nvSpPr>
          <p:cNvPr id="27" name="!!con3"/>
          <p:cNvSpPr/>
          <p:nvPr/>
        </p:nvSpPr>
        <p:spPr>
          <a:xfrm flipV="1">
            <a:off x="6540703" y="2880360"/>
            <a:ext cx="1048817" cy="1197864"/>
          </a:xfrm>
          <a:prstGeom prst="line">
            <a:avLst/>
          </a:prstGeom>
          <a:noFill/>
          <a:ln w="12700">
            <a:solidFill>
              <a:schemeClr val="accent1">
                <a:alpha val="85000"/>
              </a:schemeClr>
            </a:solidFill>
            <a:prstDash val="solid"/>
          </a:ln>
        </p:spPr>
      </p:sp>
      <p:sp>
        <p:nvSpPr>
          <p:cNvPr id="28" name="!!con4"/>
          <p:cNvSpPr/>
          <p:nvPr/>
        </p:nvSpPr>
        <p:spPr>
          <a:xfrm flipV="1">
            <a:off x="8882482" y="2880360"/>
            <a:ext cx="993038" cy="2369210"/>
          </a:xfrm>
          <a:prstGeom prst="line">
            <a:avLst/>
          </a:prstGeom>
          <a:noFill/>
          <a:ln w="12700">
            <a:solidFill>
              <a:schemeClr val="accent1">
                <a:alpha val="85000"/>
              </a:schemeClr>
            </a:solidFill>
            <a:prstDash val="solid"/>
          </a:ln>
        </p:spPr>
      </p:sp>
      <p:sp>
        <p:nvSpPr>
          <p:cNvPr id="29" name="!!con5"/>
          <p:cNvSpPr/>
          <p:nvPr/>
        </p:nvSpPr>
        <p:spPr>
          <a:xfrm>
            <a:off x="5216652" y="5598871"/>
            <a:ext cx="864108" cy="299009"/>
          </a:xfrm>
          <a:prstGeom prst="line">
            <a:avLst/>
          </a:prstGeom>
          <a:noFill/>
          <a:ln w="12700">
            <a:solidFill>
              <a:schemeClr val="accent1">
                <a:alpha val="85000"/>
              </a:schemeClr>
            </a:solidFill>
            <a:prstDash val="solid"/>
          </a:ln>
        </p:spPr>
      </p:sp>
      <p:sp>
        <p:nvSpPr>
          <p:cNvPr id="30" name="!!tvl"/>
          <p:cNvSpPr/>
          <p:nvPr/>
        </p:nvSpPr>
        <p:spPr>
          <a:xfrm>
            <a:off x="2020467" y="3724088"/>
            <a:ext cx="2503985" cy="86217"/>
          </a:xfrm>
          <a:prstGeom prst="line">
            <a:avLst/>
          </a:prstGeom>
          <a:noFill/>
          <a:ln w="12700">
            <a:solidFill>
              <a:schemeClr val="accent1"/>
            </a:solidFill>
            <a:prstDash val="dash"/>
          </a:ln>
        </p:spPr>
      </p:sp>
      <p:sp>
        <p:nvSpPr>
          <p:cNvPr id="31" name="!!tvo"/>
          <p:cNvSpPr/>
          <p:nvPr/>
        </p:nvSpPr>
        <p:spPr>
          <a:xfrm>
            <a:off x="768096" y="3054096"/>
            <a:ext cx="1298448" cy="1298448"/>
          </a:xfrm>
          <a:prstGeom prst="ellipse">
            <a:avLst/>
          </a:prstGeom>
          <a:solidFill>
            <a:schemeClr val="bg1"/>
          </a:solidFill>
          <a:ln w="19050">
            <a:solidFill>
              <a:schemeClr val="accent1"/>
            </a:solidFill>
            <a:prstDash val="solid"/>
          </a:ln>
          <a:effectLst>
            <a:outerShdw sx="100000" sy="100000" kx="0" ky="0" algn="bl" rotWithShape="0" blurRad="203200" dist="38100" dir="5400000">
              <a:srgbClr val="0A1628">
                <a:alpha val="10000"/>
              </a:srgbClr>
            </a:outerShdw>
          </a:effectLst>
        </p:spPr>
      </p:sp>
      <p:sp>
        <p:nvSpPr>
          <p:cNvPr id="32" name="!!tvs"/>
          <p:cNvSpPr/>
          <p:nvPr/>
        </p:nvSpPr>
        <p:spPr>
          <a:xfrm>
            <a:off x="905256" y="3337560"/>
            <a:ext cx="1024128" cy="603504"/>
          </a:xfrm>
          <a:prstGeom prst="roundRect">
            <a:avLst>
              <a:gd name="adj" fmla="val 9091"/>
            </a:avLst>
          </a:prstGeom>
          <a:solidFill>
            <a:srgbClr val="0E1B2D"/>
          </a:solidFill>
          <a:ln w="9525">
            <a:solidFill>
              <a:schemeClr val="accent1"/>
            </a:solidFill>
            <a:prstDash val="solid"/>
          </a:ln>
        </p:spPr>
      </p:sp>
      <p:sp>
        <p:nvSpPr>
          <p:cNvPr id="33" name="!!tvf"/>
          <p:cNvSpPr/>
          <p:nvPr/>
        </p:nvSpPr>
        <p:spPr>
          <a:xfrm>
            <a:off x="987552" y="3419856"/>
            <a:ext cx="246888" cy="246888"/>
          </a:xfrm>
          <a:prstGeom prst="ellipse">
            <a:avLst/>
          </a:prstGeom>
          <a:solidFill>
            <a:srgbClr val="E7CDB4"/>
          </a:solidFill>
          <a:ln/>
        </p:spPr>
      </p:sp>
      <p:sp>
        <p:nvSpPr>
          <p:cNvPr id="34" name="!!tvn"/>
          <p:cNvSpPr txBox="1"/>
          <p:nvPr/>
        </p:nvSpPr>
        <p:spPr>
          <a:xfrm>
            <a:off x="1280160" y="3401568"/>
            <a:ext cx="621792" cy="155448"/>
          </a:xfrm>
          <a:prstGeom prst="rect">
            <a:avLst/>
          </a:prstGeom>
          <a:noFill/>
          <a:ln/>
        </p:spPr>
        <p:txBody>
          <a:bodyPr wrap="square" lIns="0" tIns="0" rIns="0" bIns="0" rtlCol="0" anchor="ctr"/>
          <a:lstStyle/>
          <a:p>
            <a:pPr indent="0" marL="0">
              <a:buNone/>
            </a:pPr>
            <a:r>
              <a:rPr lang="en-US" sz="900" b="1" dirty="0">
                <a:solidFill>
                  <a:srgbClr val="FFFFFF"/>
                </a:solidFill>
              </a:rPr>
              <a:t>TAN M. Y.</a:t>
            </a:r>
            <a:endParaRPr lang="en-US" sz="900" dirty="0"/>
          </a:p>
        </p:txBody>
      </p:sp>
      <p:sp>
        <p:nvSpPr>
          <p:cNvPr id="35" name="!!tvq"/>
          <p:cNvSpPr txBox="1"/>
          <p:nvPr/>
        </p:nvSpPr>
        <p:spPr>
          <a:xfrm>
            <a:off x="1280160" y="3557016"/>
            <a:ext cx="621792" cy="118872"/>
          </a:xfrm>
          <a:prstGeom prst="rect">
            <a:avLst/>
          </a:prstGeom>
          <a:noFill/>
          <a:ln/>
        </p:spPr>
        <p:txBody>
          <a:bodyPr wrap="square" lIns="0" tIns="0" rIns="0" bIns="0" rtlCol="0" anchor="ctr"/>
          <a:lstStyle/>
          <a:p>
            <a:pPr indent="0" marL="0">
              <a:buNone/>
            </a:pPr>
            <a:r>
              <a:rPr lang="en-US" sz="700" dirty="0">
                <a:solidFill>
                  <a:srgbClr val="9AA8BC"/>
                </a:solidFill>
              </a:rPr>
              <a:t>SQ 322 · B12</a:t>
            </a:r>
            <a:endParaRPr lang="en-US" sz="700" dirty="0"/>
          </a:p>
        </p:txBody>
      </p:sp>
      <p:sp>
        <p:nvSpPr>
          <p:cNvPr id="36" name="!!tvg"/>
          <p:cNvSpPr/>
          <p:nvPr/>
        </p:nvSpPr>
        <p:spPr>
          <a:xfrm>
            <a:off x="987552" y="3739896"/>
            <a:ext cx="859536" cy="146304"/>
          </a:xfrm>
          <a:prstGeom prst="roundRect">
            <a:avLst>
              <a:gd name="adj" fmla="val 50000"/>
            </a:avLst>
          </a:prstGeom>
          <a:solidFill>
            <a:schemeClr val="accent2"/>
          </a:solidFill>
          <a:ln/>
        </p:spPr>
      </p:sp>
      <p:sp>
        <p:nvSpPr>
          <p:cNvPr id="37" name="!!tvc"/>
          <p:cNvSpPr txBox="1"/>
          <p:nvPr/>
        </p:nvSpPr>
        <p:spPr>
          <a:xfrm>
            <a:off x="987552" y="3739896"/>
            <a:ext cx="859536" cy="146304"/>
          </a:xfrm>
          <a:prstGeom prst="rect">
            <a:avLst/>
          </a:prstGeom>
          <a:noFill/>
          <a:ln/>
        </p:spPr>
        <p:txBody>
          <a:bodyPr wrap="square" lIns="0" tIns="0" rIns="0" bIns="0" rtlCol="0" anchor="ctr"/>
          <a:lstStyle/>
          <a:p>
            <a:pPr algn="ctr" indent="0" marL="0">
              <a:buNone/>
            </a:pPr>
            <a:r>
              <a:rPr lang="en-US" sz="800" b="1" spc="100" kern="0" dirty="0">
                <a:solidFill>
                  <a:srgbClr val="FFFFFF"/>
                </a:solidFill>
              </a:rPr>
              <a:t>CLEARED</a:t>
            </a:r>
            <a:endParaRPr lang="en-US" sz="800" dirty="0"/>
          </a:p>
        </p:txBody>
      </p:sp>
      <p:sp>
        <p:nvSpPr>
          <p:cNvPr id="38" name="!!tvx"/>
          <p:cNvSpPr txBox="1"/>
          <p:nvPr/>
        </p:nvSpPr>
        <p:spPr>
          <a:xfrm>
            <a:off x="914400" y="4014216"/>
            <a:ext cx="1005840" cy="146304"/>
          </a:xfrm>
          <a:prstGeom prst="rect">
            <a:avLst/>
          </a:prstGeom>
          <a:noFill/>
          <a:ln/>
        </p:spPr>
        <p:txBody>
          <a:bodyPr wrap="square" lIns="0" tIns="0" rIns="0" bIns="0" rtlCol="0" anchor="ctr"/>
          <a:lstStyle/>
          <a:p>
            <a:pPr algn="ctr" indent="0" marL="0">
              <a:buNone/>
            </a:pPr>
            <a:r>
              <a:rPr lang="en-US" sz="800" b="1" spc="150" kern="0" dirty="0">
                <a:solidFill>
                  <a:schemeClr val="accent1"/>
                </a:solidFill>
              </a:rPr>
              <a:t>STATUS TV</a:t>
            </a:r>
            <a:endParaRPr lang="en-US" sz="800" dirty="0"/>
          </a:p>
        </p:txBody>
      </p:sp>
      <p:sp>
        <p:nvSpPr>
          <p:cNvPr id="39" name="!!dim"/>
          <p:cNvSpPr/>
          <p:nvPr/>
        </p:nvSpPr>
        <p:spPr>
          <a:xfrm>
            <a:off x="0" y="2560320"/>
            <a:ext cx="12191695" cy="4297680"/>
          </a:xfrm>
          <a:prstGeom prst="rect">
            <a:avLst/>
          </a:prstGeom>
          <a:solidFill>
            <a:srgbClr val="F4F6F8">
              <a:alpha val="0"/>
            </a:srgbClr>
          </a:solidFill>
          <a:ln/>
        </p:spPr>
      </p:sp>
      <p:sp>
        <p:nvSpPr>
          <p:cNvPr id="40" name="!!card0"/>
          <p:cNvSpPr/>
          <p:nvPr/>
        </p:nvSpPr>
        <p:spPr>
          <a:xfrm>
            <a:off x="54864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41" name="!!num0c"/>
          <p:cNvSpPr/>
          <p:nvPr/>
        </p:nvSpPr>
        <p:spPr>
          <a:xfrm>
            <a:off x="676656" y="2121408"/>
            <a:ext cx="274320" cy="274320"/>
          </a:xfrm>
          <a:prstGeom prst="ellipse">
            <a:avLst/>
          </a:prstGeom>
          <a:solidFill>
            <a:schemeClr val="accent1"/>
          </a:solidFill>
          <a:ln/>
        </p:spPr>
      </p:sp>
      <p:sp>
        <p:nvSpPr>
          <p:cNvPr id="42" name="!!num0t"/>
          <p:cNvSpPr txBox="1"/>
          <p:nvPr/>
        </p:nvSpPr>
        <p:spPr>
          <a:xfrm>
            <a:off x="67665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3" name="!!ttl0"/>
          <p:cNvSpPr txBox="1"/>
          <p:nvPr/>
        </p:nvSpPr>
        <p:spPr>
          <a:xfrm>
            <a:off x="104241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Enrol at home</a:t>
            </a:r>
            <a:endParaRPr lang="en-US" sz="1400" dirty="0"/>
          </a:p>
        </p:txBody>
      </p:sp>
      <p:pic>
        <p:nvPicPr>
          <p:cNvPr id="44" name="!!img0" descr="/tmp/claude-0/-home-user-sgqy/b70fb111-7300-56ba-abe4-4b6e17d8c33e/scratchpad/assets/v5/t1.png">    </p:cNvPr>
          <p:cNvPicPr>
            <a:picLocks noChangeAspect="1"/>
          </p:cNvPicPr>
          <p:nvPr/>
        </p:nvPicPr>
        <p:blipFill>
          <a:blip r:embed="rId2"/>
          <a:stretch>
            <a:fillRect/>
          </a:stretch>
        </p:blipFill>
        <p:spPr>
          <a:xfrm>
            <a:off x="676656" y="2487168"/>
            <a:ext cx="457200" cy="318052"/>
          </a:xfrm>
          <a:prstGeom prst="rect">
            <a:avLst/>
          </a:prstGeom>
        </p:spPr>
      </p:pic>
      <p:sp>
        <p:nvSpPr>
          <p:cNvPr id="45" name="!!prd0"/>
          <p:cNvSpPr txBox="1"/>
          <p:nvPr/>
        </p:nvSpPr>
        <p:spPr>
          <a:xfrm>
            <a:off x="122529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FastPass App</a:t>
            </a:r>
            <a:endParaRPr lang="en-US" sz="1100" dirty="0"/>
          </a:p>
        </p:txBody>
      </p:sp>
      <p:sp>
        <p:nvSpPr>
          <p:cNvPr id="46" name="!!card1"/>
          <p:cNvSpPr/>
          <p:nvPr/>
        </p:nvSpPr>
        <p:spPr>
          <a:xfrm>
            <a:off x="274320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47" name="!!num1c"/>
          <p:cNvSpPr/>
          <p:nvPr/>
        </p:nvSpPr>
        <p:spPr>
          <a:xfrm>
            <a:off x="2871216" y="2121408"/>
            <a:ext cx="274320" cy="274320"/>
          </a:xfrm>
          <a:prstGeom prst="ellipse">
            <a:avLst/>
          </a:prstGeom>
          <a:solidFill>
            <a:schemeClr val="accent1"/>
          </a:solidFill>
          <a:ln/>
        </p:spPr>
      </p:sp>
      <p:sp>
        <p:nvSpPr>
          <p:cNvPr id="48" name="!!num1t"/>
          <p:cNvSpPr txBox="1"/>
          <p:nvPr/>
        </p:nvSpPr>
        <p:spPr>
          <a:xfrm>
            <a:off x="287121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49" name="!!ttl1"/>
          <p:cNvSpPr txBox="1"/>
          <p:nvPr/>
        </p:nvSpPr>
        <p:spPr>
          <a:xfrm>
            <a:off x="323697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Approach</a:t>
            </a:r>
            <a:endParaRPr lang="en-US" sz="1400" dirty="0"/>
          </a:p>
        </p:txBody>
      </p:sp>
      <p:pic>
        <p:nvPicPr>
          <p:cNvPr id="50" name="!!img1" descr="/tmp/claude-0/-home-user-sgqy/b70fb111-7300-56ba-abe4-4b6e17d8c33e/scratchpad/assets/v5/t2.png">    </p:cNvPr>
          <p:cNvPicPr>
            <a:picLocks noChangeAspect="1"/>
          </p:cNvPicPr>
          <p:nvPr/>
        </p:nvPicPr>
        <p:blipFill>
          <a:blip r:embed="rId3"/>
          <a:stretch>
            <a:fillRect/>
          </a:stretch>
        </p:blipFill>
        <p:spPr>
          <a:xfrm>
            <a:off x="2871216" y="2487168"/>
            <a:ext cx="457200" cy="318052"/>
          </a:xfrm>
          <a:prstGeom prst="rect">
            <a:avLst/>
          </a:prstGeom>
        </p:spPr>
      </p:pic>
      <p:sp>
        <p:nvSpPr>
          <p:cNvPr id="51" name="!!prd1"/>
          <p:cNvSpPr txBox="1"/>
          <p:nvPr/>
        </p:nvSpPr>
        <p:spPr>
          <a:xfrm>
            <a:off x="341985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BLE lane pairing</a:t>
            </a:r>
            <a:endParaRPr lang="en-US" sz="1100" dirty="0"/>
          </a:p>
        </p:txBody>
      </p:sp>
      <p:sp>
        <p:nvSpPr>
          <p:cNvPr id="52" name="!!card2"/>
          <p:cNvSpPr/>
          <p:nvPr/>
        </p:nvSpPr>
        <p:spPr>
          <a:xfrm>
            <a:off x="493776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53" name="!!num2c"/>
          <p:cNvSpPr/>
          <p:nvPr/>
        </p:nvSpPr>
        <p:spPr>
          <a:xfrm>
            <a:off x="5065776" y="2121408"/>
            <a:ext cx="274320" cy="274320"/>
          </a:xfrm>
          <a:prstGeom prst="ellipse">
            <a:avLst/>
          </a:prstGeom>
          <a:solidFill>
            <a:schemeClr val="accent1"/>
          </a:solidFill>
          <a:ln/>
        </p:spPr>
      </p:sp>
      <p:sp>
        <p:nvSpPr>
          <p:cNvPr id="54" name="!!num2t"/>
          <p:cNvSpPr txBox="1"/>
          <p:nvPr/>
        </p:nvSpPr>
        <p:spPr>
          <a:xfrm>
            <a:off x="506577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55" name="!!ttl2"/>
          <p:cNvSpPr txBox="1"/>
          <p:nvPr/>
        </p:nvSpPr>
        <p:spPr>
          <a:xfrm>
            <a:off x="543153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Walk through</a:t>
            </a:r>
            <a:endParaRPr lang="en-US" sz="1400" dirty="0"/>
          </a:p>
        </p:txBody>
      </p:sp>
      <p:pic>
        <p:nvPicPr>
          <p:cNvPr id="56" name="!!img2" descr="/tmp/claude-0/-home-user-sgqy/b70fb111-7300-56ba-abe4-4b6e17d8c33e/scratchpad/assets/v5/t3.png">    </p:cNvPr>
          <p:cNvPicPr>
            <a:picLocks noChangeAspect="1"/>
          </p:cNvPicPr>
          <p:nvPr/>
        </p:nvPicPr>
        <p:blipFill>
          <a:blip r:embed="rId4"/>
          <a:stretch>
            <a:fillRect/>
          </a:stretch>
        </p:blipFill>
        <p:spPr>
          <a:xfrm>
            <a:off x="5065776" y="2487168"/>
            <a:ext cx="457200" cy="318052"/>
          </a:xfrm>
          <a:prstGeom prst="rect">
            <a:avLst/>
          </a:prstGeom>
        </p:spPr>
      </p:pic>
      <p:sp>
        <p:nvSpPr>
          <p:cNvPr id="57" name="!!prd2"/>
          <p:cNvSpPr txBox="1"/>
          <p:nvPr/>
        </p:nvSpPr>
        <p:spPr>
          <a:xfrm>
            <a:off x="561441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Biometric E-Gate</a:t>
            </a:r>
            <a:endParaRPr lang="en-US" sz="1100" dirty="0"/>
          </a:p>
        </p:txBody>
      </p:sp>
      <p:sp>
        <p:nvSpPr>
          <p:cNvPr id="58" name="!!card3"/>
          <p:cNvSpPr/>
          <p:nvPr/>
        </p:nvSpPr>
        <p:spPr>
          <a:xfrm>
            <a:off x="713232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59" name="!!num3c"/>
          <p:cNvSpPr/>
          <p:nvPr/>
        </p:nvSpPr>
        <p:spPr>
          <a:xfrm>
            <a:off x="7260336" y="2121408"/>
            <a:ext cx="274320" cy="274320"/>
          </a:xfrm>
          <a:prstGeom prst="ellipse">
            <a:avLst/>
          </a:prstGeom>
          <a:solidFill>
            <a:schemeClr val="accent1"/>
          </a:solidFill>
          <a:ln/>
        </p:spPr>
      </p:sp>
      <p:sp>
        <p:nvSpPr>
          <p:cNvPr id="60" name="!!num3t"/>
          <p:cNvSpPr txBox="1"/>
          <p:nvPr/>
        </p:nvSpPr>
        <p:spPr>
          <a:xfrm>
            <a:off x="726033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61" name="!!ttl3"/>
          <p:cNvSpPr txBox="1"/>
          <p:nvPr/>
        </p:nvSpPr>
        <p:spPr>
          <a:xfrm>
            <a:off x="762609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Pre-screen</a:t>
            </a:r>
            <a:endParaRPr lang="en-US" sz="1400" dirty="0"/>
          </a:p>
        </p:txBody>
      </p:sp>
      <p:pic>
        <p:nvPicPr>
          <p:cNvPr id="62" name="!!img3" descr="/tmp/claude-0/-home-user-sgqy/b70fb111-7300-56ba-abe4-4b6e17d8c33e/scratchpad/assets/v5/t4.png">    </p:cNvPr>
          <p:cNvPicPr>
            <a:picLocks noChangeAspect="1"/>
          </p:cNvPicPr>
          <p:nvPr/>
        </p:nvPicPr>
        <p:blipFill>
          <a:blip r:embed="rId5"/>
          <a:stretch>
            <a:fillRect/>
          </a:stretch>
        </p:blipFill>
        <p:spPr>
          <a:xfrm>
            <a:off x="7260336" y="2487168"/>
            <a:ext cx="457200" cy="318052"/>
          </a:xfrm>
          <a:prstGeom prst="rect">
            <a:avLst/>
          </a:prstGeom>
        </p:spPr>
      </p:pic>
      <p:sp>
        <p:nvSpPr>
          <p:cNvPr id="63" name="!!prd3"/>
          <p:cNvSpPr txBox="1"/>
          <p:nvPr/>
        </p:nvSpPr>
        <p:spPr>
          <a:xfrm>
            <a:off x="780897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Profile Check</a:t>
            </a:r>
            <a:endParaRPr lang="en-US" sz="1100" dirty="0"/>
          </a:p>
        </p:txBody>
      </p:sp>
      <p:sp>
        <p:nvSpPr>
          <p:cNvPr id="64" name="!!card4"/>
          <p:cNvSpPr/>
          <p:nvPr/>
        </p:nvSpPr>
        <p:spPr>
          <a:xfrm>
            <a:off x="9326880" y="2011680"/>
            <a:ext cx="2316175"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65" name="!!num4c"/>
          <p:cNvSpPr/>
          <p:nvPr/>
        </p:nvSpPr>
        <p:spPr>
          <a:xfrm>
            <a:off x="9454896" y="2121408"/>
            <a:ext cx="274320" cy="274320"/>
          </a:xfrm>
          <a:prstGeom prst="ellipse">
            <a:avLst/>
          </a:prstGeom>
          <a:solidFill>
            <a:schemeClr val="accent1"/>
          </a:solidFill>
          <a:ln/>
        </p:spPr>
      </p:sp>
      <p:sp>
        <p:nvSpPr>
          <p:cNvPr id="66" name="!!num4t"/>
          <p:cNvSpPr txBox="1"/>
          <p:nvPr/>
        </p:nvSpPr>
        <p:spPr>
          <a:xfrm>
            <a:off x="945489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67" name="!!ttl4"/>
          <p:cNvSpPr txBox="1"/>
          <p:nvPr/>
        </p:nvSpPr>
        <p:spPr>
          <a:xfrm>
            <a:off x="9820656" y="2093976"/>
            <a:ext cx="1730959" cy="329184"/>
          </a:xfrm>
          <a:prstGeom prst="rect">
            <a:avLst/>
          </a:prstGeom>
          <a:noFill/>
          <a:ln/>
        </p:spPr>
        <p:txBody>
          <a:bodyPr wrap="square" lIns="0" tIns="0" rIns="0" bIns="0" rtlCol="0" anchor="ctr"/>
          <a:lstStyle/>
          <a:p>
            <a:pPr indent="0" marL="0">
              <a:buNone/>
            </a:pPr>
            <a:r>
              <a:rPr lang="en-US" sz="1400" b="1" dirty="0">
                <a:solidFill>
                  <a:schemeClr val="tx1"/>
                </a:solidFill>
              </a:rPr>
              <a:t>Board</a:t>
            </a:r>
            <a:endParaRPr lang="en-US" sz="1400" dirty="0"/>
          </a:p>
        </p:txBody>
      </p:sp>
      <p:pic>
        <p:nvPicPr>
          <p:cNvPr id="68" name="!!img4" descr="/tmp/claude-0/-home-user-sgqy/b70fb111-7300-56ba-abe4-4b6e17d8c33e/scratchpad/assets/v5/t5.png">    </p:cNvPr>
          <p:cNvPicPr>
            <a:picLocks noChangeAspect="1"/>
          </p:cNvPicPr>
          <p:nvPr/>
        </p:nvPicPr>
        <p:blipFill>
          <a:blip r:embed="rId6"/>
          <a:stretch>
            <a:fillRect/>
          </a:stretch>
        </p:blipFill>
        <p:spPr>
          <a:xfrm>
            <a:off x="9454896" y="2487168"/>
            <a:ext cx="457200" cy="318052"/>
          </a:xfrm>
          <a:prstGeom prst="rect">
            <a:avLst/>
          </a:prstGeom>
        </p:spPr>
      </p:pic>
      <p:sp>
        <p:nvSpPr>
          <p:cNvPr id="69" name="!!prd4"/>
          <p:cNvSpPr txBox="1"/>
          <p:nvPr/>
        </p:nvSpPr>
        <p:spPr>
          <a:xfrm>
            <a:off x="10003536" y="2468880"/>
            <a:ext cx="1566367" cy="347472"/>
          </a:xfrm>
          <a:prstGeom prst="rect">
            <a:avLst/>
          </a:prstGeom>
          <a:noFill/>
          <a:ln/>
        </p:spPr>
        <p:txBody>
          <a:bodyPr wrap="square" lIns="0" tIns="0" rIns="0" bIns="0" rtlCol="0" anchor="ctr"/>
          <a:lstStyle/>
          <a:p>
            <a:pPr indent="0" marL="0">
              <a:buNone/>
            </a:pPr>
            <a:r>
              <a:rPr lang="en-US" sz="1100" b="1" dirty="0">
                <a:solidFill>
                  <a:schemeClr val="accent1"/>
                </a:solidFill>
              </a:rPr>
              <a:t>Smart Boarding Kiosk</a:t>
            </a:r>
            <a:endParaRPr lang="en-US" sz="1100" dirty="0"/>
          </a:p>
        </p:txBody>
      </p:sp>
      <p:sp>
        <p:nvSpPr>
          <p:cNvPr id="70" name="!!card5"/>
          <p:cNvSpPr/>
          <p:nvPr/>
        </p:nvSpPr>
        <p:spPr>
          <a:xfrm>
            <a:off x="6080760" y="5486400"/>
            <a:ext cx="22860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71" name="!!num5c"/>
          <p:cNvSpPr/>
          <p:nvPr/>
        </p:nvSpPr>
        <p:spPr>
          <a:xfrm>
            <a:off x="6208776" y="5596128"/>
            <a:ext cx="274320" cy="274320"/>
          </a:xfrm>
          <a:prstGeom prst="ellipse">
            <a:avLst/>
          </a:prstGeom>
          <a:solidFill>
            <a:schemeClr val="accent1"/>
          </a:solidFill>
          <a:ln/>
        </p:spPr>
      </p:sp>
      <p:sp>
        <p:nvSpPr>
          <p:cNvPr id="72" name="!!num5t"/>
          <p:cNvSpPr txBox="1"/>
          <p:nvPr/>
        </p:nvSpPr>
        <p:spPr>
          <a:xfrm>
            <a:off x="6208776" y="559612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73" name="!!ttl5"/>
          <p:cNvSpPr txBox="1"/>
          <p:nvPr/>
        </p:nvSpPr>
        <p:spPr>
          <a:xfrm>
            <a:off x="6574536" y="5568696"/>
            <a:ext cx="1700784" cy="329184"/>
          </a:xfrm>
          <a:prstGeom prst="rect">
            <a:avLst/>
          </a:prstGeom>
          <a:noFill/>
          <a:ln/>
        </p:spPr>
        <p:txBody>
          <a:bodyPr wrap="square" lIns="0" tIns="0" rIns="0" bIns="0" rtlCol="0" anchor="ctr"/>
          <a:lstStyle/>
          <a:p>
            <a:pPr indent="0" marL="0">
              <a:buNone/>
            </a:pPr>
            <a:r>
              <a:rPr lang="en-US" sz="1400" b="1" dirty="0">
                <a:solidFill>
                  <a:schemeClr val="tx1"/>
                </a:solidFill>
              </a:rPr>
              <a:t>Oversee</a:t>
            </a:r>
            <a:endParaRPr lang="en-US" sz="1400" dirty="0"/>
          </a:p>
        </p:txBody>
      </p:sp>
      <p:pic>
        <p:nvPicPr>
          <p:cNvPr id="74" name="!!img5" descr="/tmp/claude-0/-home-user-sgqy/b70fb111-7300-56ba-abe4-4b6e17d8c33e/scratchpad/assets/v5/t6.png">    </p:cNvPr>
          <p:cNvPicPr>
            <a:picLocks noChangeAspect="1"/>
          </p:cNvPicPr>
          <p:nvPr/>
        </p:nvPicPr>
        <p:blipFill>
          <a:blip r:embed="rId7"/>
          <a:stretch>
            <a:fillRect/>
          </a:stretch>
        </p:blipFill>
        <p:spPr>
          <a:xfrm>
            <a:off x="6208776" y="5961888"/>
            <a:ext cx="457200" cy="318052"/>
          </a:xfrm>
          <a:prstGeom prst="rect">
            <a:avLst/>
          </a:prstGeom>
        </p:spPr>
      </p:pic>
      <p:sp>
        <p:nvSpPr>
          <p:cNvPr id="75" name="!!prd5"/>
          <p:cNvSpPr txBox="1"/>
          <p:nvPr/>
        </p:nvSpPr>
        <p:spPr>
          <a:xfrm>
            <a:off x="6757416" y="5943600"/>
            <a:ext cx="1536192" cy="347472"/>
          </a:xfrm>
          <a:prstGeom prst="rect">
            <a:avLst/>
          </a:prstGeom>
          <a:noFill/>
          <a:ln/>
        </p:spPr>
        <p:txBody>
          <a:bodyPr wrap="square" lIns="0" tIns="0" rIns="0" bIns="0" rtlCol="0" anchor="ctr"/>
          <a:lstStyle/>
          <a:p>
            <a:pPr indent="0" marL="0">
              <a:buNone/>
            </a:pPr>
            <a:r>
              <a:rPr lang="en-US" sz="1100" b="1" dirty="0">
                <a:solidFill>
                  <a:schemeClr val="accent1"/>
                </a:solidFill>
              </a:rPr>
              <a:t>AGIL® Secure ISMP</a:t>
            </a:r>
            <a:endParaRPr lang="en-US" sz="1100" dirty="0"/>
          </a:p>
        </p:txBody>
      </p:sp>
      <p:sp>
        <p:nvSpPr>
          <p:cNvPr id="76" name="obj-125">
            <a:hlinkClick r:id="rId8" tooltip="Zoom into step 1" action="ppaction://hlinksldjump"/>
          </p:cNvPr>
          <p:cNvSpPr/>
          <p:nvPr/>
        </p:nvSpPr>
        <p:spPr>
          <a:xfrm>
            <a:off x="548640" y="2011680"/>
            <a:ext cx="2057400" cy="868680"/>
          </a:xfrm>
          <a:prstGeom prst="rect">
            <a:avLst/>
          </a:prstGeom>
          <a:solidFill>
            <a:srgbClr val="FFFFFF">
              <a:alpha val="0"/>
            </a:srgbClr>
          </a:solidFill>
          <a:ln/>
        </p:spPr>
      </p:sp>
      <p:sp>
        <p:nvSpPr>
          <p:cNvPr id="77" name="obj-126">
            <a:hlinkClick r:id="rId9" tooltip="Zoom into step 1" action="ppaction://hlinksldjump"/>
          </p:cNvPr>
          <p:cNvSpPr/>
          <p:nvPr/>
        </p:nvSpPr>
        <p:spPr>
          <a:xfrm>
            <a:off x="1581912" y="4802429"/>
            <a:ext cx="548640" cy="548640"/>
          </a:xfrm>
          <a:prstGeom prst="rect">
            <a:avLst/>
          </a:prstGeom>
          <a:solidFill>
            <a:srgbClr val="FFFFFF">
              <a:alpha val="0"/>
            </a:srgbClr>
          </a:solidFill>
          <a:ln/>
        </p:spPr>
      </p:sp>
      <p:sp>
        <p:nvSpPr>
          <p:cNvPr id="78" name="obj-127">
            <a:hlinkClick r:id="rId10" tooltip="Zoom into step 2" action="ppaction://hlinksldjump"/>
          </p:cNvPr>
          <p:cNvSpPr/>
          <p:nvPr/>
        </p:nvSpPr>
        <p:spPr>
          <a:xfrm>
            <a:off x="2743200" y="2011680"/>
            <a:ext cx="2057400" cy="868680"/>
          </a:xfrm>
          <a:prstGeom prst="rect">
            <a:avLst/>
          </a:prstGeom>
          <a:solidFill>
            <a:srgbClr val="FFFFFF">
              <a:alpha val="0"/>
            </a:srgbClr>
          </a:solidFill>
          <a:ln/>
        </p:spPr>
      </p:sp>
      <p:sp>
        <p:nvSpPr>
          <p:cNvPr id="79" name="obj-128">
            <a:hlinkClick r:id="rId11" tooltip="Zoom into step 2" action="ppaction://hlinksldjump"/>
          </p:cNvPr>
          <p:cNvSpPr/>
          <p:nvPr/>
        </p:nvSpPr>
        <p:spPr>
          <a:xfrm>
            <a:off x="2725826" y="4230929"/>
            <a:ext cx="548640" cy="548640"/>
          </a:xfrm>
          <a:prstGeom prst="rect">
            <a:avLst/>
          </a:prstGeom>
          <a:solidFill>
            <a:srgbClr val="FFFFFF">
              <a:alpha val="0"/>
            </a:srgbClr>
          </a:solidFill>
          <a:ln/>
        </p:spPr>
      </p:sp>
      <p:sp>
        <p:nvSpPr>
          <p:cNvPr id="80" name="obj-129">
            <a:hlinkClick r:id="rId12" tooltip="Zoom into step 3" action="ppaction://hlinksldjump"/>
          </p:cNvPr>
          <p:cNvSpPr/>
          <p:nvPr/>
        </p:nvSpPr>
        <p:spPr>
          <a:xfrm>
            <a:off x="4937760" y="2011680"/>
            <a:ext cx="2057400" cy="868680"/>
          </a:xfrm>
          <a:prstGeom prst="rect">
            <a:avLst/>
          </a:prstGeom>
          <a:solidFill>
            <a:srgbClr val="FFFFFF">
              <a:alpha val="0"/>
            </a:srgbClr>
          </a:solidFill>
          <a:ln/>
        </p:spPr>
      </p:sp>
      <p:sp>
        <p:nvSpPr>
          <p:cNvPr id="81" name="obj-130">
            <a:hlinkClick r:id="rId13" tooltip="Zoom into step 3" action="ppaction://hlinksldjump"/>
          </p:cNvPr>
          <p:cNvSpPr/>
          <p:nvPr/>
        </p:nvSpPr>
        <p:spPr>
          <a:xfrm>
            <a:off x="4650638" y="3268066"/>
            <a:ext cx="548640" cy="548640"/>
          </a:xfrm>
          <a:prstGeom prst="rect">
            <a:avLst/>
          </a:prstGeom>
          <a:solidFill>
            <a:srgbClr val="FFFFFF">
              <a:alpha val="0"/>
            </a:srgbClr>
          </a:solidFill>
          <a:ln/>
        </p:spPr>
      </p:sp>
      <p:sp>
        <p:nvSpPr>
          <p:cNvPr id="82" name="obj-131">
            <a:hlinkClick r:id="rId14" tooltip="Zoom into step 4" action="ppaction://hlinksldjump"/>
          </p:cNvPr>
          <p:cNvSpPr/>
          <p:nvPr/>
        </p:nvSpPr>
        <p:spPr>
          <a:xfrm>
            <a:off x="7132320" y="2011680"/>
            <a:ext cx="2057400" cy="868680"/>
          </a:xfrm>
          <a:prstGeom prst="rect">
            <a:avLst/>
          </a:prstGeom>
          <a:solidFill>
            <a:srgbClr val="FFFFFF">
              <a:alpha val="0"/>
            </a:srgbClr>
          </a:solidFill>
          <a:ln/>
        </p:spPr>
      </p:sp>
      <p:sp>
        <p:nvSpPr>
          <p:cNvPr id="83" name="obj-132">
            <a:hlinkClick r:id="rId15" tooltip="Zoom into step 4" action="ppaction://hlinksldjump"/>
          </p:cNvPr>
          <p:cNvSpPr/>
          <p:nvPr/>
        </p:nvSpPr>
        <p:spPr>
          <a:xfrm>
            <a:off x="6266383" y="3803904"/>
            <a:ext cx="548640" cy="548640"/>
          </a:xfrm>
          <a:prstGeom prst="rect">
            <a:avLst/>
          </a:prstGeom>
          <a:solidFill>
            <a:srgbClr val="FFFFFF">
              <a:alpha val="0"/>
            </a:srgbClr>
          </a:solidFill>
          <a:ln/>
        </p:spPr>
      </p:sp>
      <p:sp>
        <p:nvSpPr>
          <p:cNvPr id="84" name="obj-133">
            <a:hlinkClick r:id="rId16" tooltip="Zoom into step 5" action="ppaction://hlinksldjump"/>
          </p:cNvPr>
          <p:cNvSpPr/>
          <p:nvPr/>
        </p:nvSpPr>
        <p:spPr>
          <a:xfrm>
            <a:off x="9326880" y="2011680"/>
            <a:ext cx="2316175" cy="868680"/>
          </a:xfrm>
          <a:prstGeom prst="rect">
            <a:avLst/>
          </a:prstGeom>
          <a:solidFill>
            <a:srgbClr val="FFFFFF">
              <a:alpha val="0"/>
            </a:srgbClr>
          </a:solidFill>
          <a:ln/>
        </p:spPr>
      </p:sp>
      <p:sp>
        <p:nvSpPr>
          <p:cNvPr id="85" name="obj-134">
            <a:hlinkClick r:id="rId17" tooltip="Zoom into step 5" action="ppaction://hlinksldjump"/>
          </p:cNvPr>
          <p:cNvSpPr/>
          <p:nvPr/>
        </p:nvSpPr>
        <p:spPr>
          <a:xfrm>
            <a:off x="8608162" y="4975250"/>
            <a:ext cx="548640" cy="548640"/>
          </a:xfrm>
          <a:prstGeom prst="rect">
            <a:avLst/>
          </a:prstGeom>
          <a:solidFill>
            <a:srgbClr val="FFFFFF">
              <a:alpha val="0"/>
            </a:srgbClr>
          </a:solidFill>
          <a:ln/>
        </p:spPr>
      </p:sp>
      <p:sp>
        <p:nvSpPr>
          <p:cNvPr id="86" name="obj-135">
            <a:hlinkClick r:id="rId18" tooltip="Zoom into step 6" action="ppaction://hlinksldjump"/>
          </p:cNvPr>
          <p:cNvSpPr/>
          <p:nvPr/>
        </p:nvSpPr>
        <p:spPr>
          <a:xfrm>
            <a:off x="6080760" y="5486400"/>
            <a:ext cx="2286000" cy="868680"/>
          </a:xfrm>
          <a:prstGeom prst="rect">
            <a:avLst/>
          </a:prstGeom>
          <a:solidFill>
            <a:srgbClr val="FFFFFF">
              <a:alpha val="0"/>
            </a:srgbClr>
          </a:solidFill>
          <a:ln/>
        </p:spPr>
      </p:sp>
      <p:sp>
        <p:nvSpPr>
          <p:cNvPr id="87" name="obj-136">
            <a:hlinkClick r:id="rId19" tooltip="Zoom into step 6" action="ppaction://hlinksldjump"/>
          </p:cNvPr>
          <p:cNvSpPr/>
          <p:nvPr/>
        </p:nvSpPr>
        <p:spPr>
          <a:xfrm>
            <a:off x="4942332" y="5324551"/>
            <a:ext cx="548640" cy="548640"/>
          </a:xfrm>
          <a:prstGeom prst="rect">
            <a:avLst/>
          </a:prstGeom>
          <a:solidFill>
            <a:srgbClr val="FFFFFF">
              <a:alpha val="0"/>
            </a:srgbClr>
          </a:solidFill>
          <a:ln/>
        </p:spPr>
      </p:sp>
      <p:sp>
        <p:nvSpPr>
          <p:cNvPr id="88"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9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0" y="0"/>
            <a:ext cx="12191695" cy="6858000"/>
          </a:xfrm>
          <a:prstGeom prst="rect">
            <a:avLst/>
          </a:prstGeom>
        </p:spPr>
      </p:pic>
      <p:sp>
        <p:nvSpPr>
          <p:cNvPr id="3" name="!!bh0"/>
          <p:cNvSpPr/>
          <p:nvPr/>
        </p:nvSpPr>
        <p:spPr>
          <a:xfrm>
            <a:off x="1609344" y="4829861"/>
            <a:ext cx="493776" cy="493776"/>
          </a:xfrm>
          <a:prstGeom prst="ellipse">
            <a:avLst/>
          </a:prstGeom>
          <a:solidFill>
            <a:schemeClr val="accent1">
              <a:alpha val="16000"/>
            </a:schemeClr>
          </a:solidFill>
          <a:ln/>
        </p:spPr>
      </p:sp>
      <p:sp>
        <p:nvSpPr>
          <p:cNvPr id="4" name="!!bc0"/>
          <p:cNvSpPr/>
          <p:nvPr/>
        </p:nvSpPr>
        <p:spPr>
          <a:xfrm>
            <a:off x="1709928" y="4930445"/>
            <a:ext cx="292608" cy="292608"/>
          </a:xfrm>
          <a:prstGeom prst="ellipse">
            <a:avLst/>
          </a:prstGeom>
          <a:solidFill>
            <a:schemeClr val="accent1"/>
          </a:solidFill>
          <a:ln w="15875">
            <a:solidFill>
              <a:schemeClr val="bg1"/>
            </a:solidFill>
            <a:prstDash val="solid"/>
          </a:ln>
        </p:spPr>
      </p:sp>
      <p:sp>
        <p:nvSpPr>
          <p:cNvPr id="5" name="!!bt0"/>
          <p:cNvSpPr txBox="1"/>
          <p:nvPr/>
        </p:nvSpPr>
        <p:spPr>
          <a:xfrm>
            <a:off x="1709928" y="49304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2753258" y="4258361"/>
            <a:ext cx="493776" cy="493776"/>
          </a:xfrm>
          <a:prstGeom prst="ellipse">
            <a:avLst/>
          </a:prstGeom>
          <a:solidFill>
            <a:schemeClr val="accent1">
              <a:alpha val="16000"/>
            </a:schemeClr>
          </a:solidFill>
          <a:ln/>
        </p:spPr>
      </p:sp>
      <p:sp>
        <p:nvSpPr>
          <p:cNvPr id="7" name="!!bc1"/>
          <p:cNvSpPr/>
          <p:nvPr/>
        </p:nvSpPr>
        <p:spPr>
          <a:xfrm>
            <a:off x="2853842" y="4358945"/>
            <a:ext cx="292608" cy="292608"/>
          </a:xfrm>
          <a:prstGeom prst="ellipse">
            <a:avLst/>
          </a:prstGeom>
          <a:solidFill>
            <a:schemeClr val="accent1"/>
          </a:solidFill>
          <a:ln w="15875">
            <a:solidFill>
              <a:schemeClr val="bg1"/>
            </a:solidFill>
            <a:prstDash val="solid"/>
          </a:ln>
        </p:spPr>
      </p:sp>
      <p:sp>
        <p:nvSpPr>
          <p:cNvPr id="8" name="!!bt1"/>
          <p:cNvSpPr txBox="1"/>
          <p:nvPr/>
        </p:nvSpPr>
        <p:spPr>
          <a:xfrm>
            <a:off x="2853842" y="43589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4678070" y="3295498"/>
            <a:ext cx="493776" cy="493776"/>
          </a:xfrm>
          <a:prstGeom prst="ellipse">
            <a:avLst/>
          </a:prstGeom>
          <a:solidFill>
            <a:schemeClr val="accent1">
              <a:alpha val="16000"/>
            </a:schemeClr>
          </a:solidFill>
          <a:ln/>
        </p:spPr>
      </p:sp>
      <p:sp>
        <p:nvSpPr>
          <p:cNvPr id="10" name="!!bc2"/>
          <p:cNvSpPr/>
          <p:nvPr/>
        </p:nvSpPr>
        <p:spPr>
          <a:xfrm>
            <a:off x="4778654" y="3396082"/>
            <a:ext cx="292608" cy="292608"/>
          </a:xfrm>
          <a:prstGeom prst="ellipse">
            <a:avLst/>
          </a:prstGeom>
          <a:solidFill>
            <a:schemeClr val="accent1"/>
          </a:solidFill>
          <a:ln w="15875">
            <a:solidFill>
              <a:schemeClr val="bg1"/>
            </a:solidFill>
            <a:prstDash val="solid"/>
          </a:ln>
        </p:spPr>
      </p:sp>
      <p:sp>
        <p:nvSpPr>
          <p:cNvPr id="11" name="!!bt2"/>
          <p:cNvSpPr txBox="1"/>
          <p:nvPr/>
        </p:nvSpPr>
        <p:spPr>
          <a:xfrm>
            <a:off x="4778654" y="3396082"/>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293815" y="3831336"/>
            <a:ext cx="493776" cy="493776"/>
          </a:xfrm>
          <a:prstGeom prst="ellipse">
            <a:avLst/>
          </a:prstGeom>
          <a:solidFill>
            <a:schemeClr val="accent1">
              <a:alpha val="16000"/>
            </a:schemeClr>
          </a:solidFill>
          <a:ln/>
        </p:spPr>
      </p:sp>
      <p:sp>
        <p:nvSpPr>
          <p:cNvPr id="13" name="!!bc3"/>
          <p:cNvSpPr/>
          <p:nvPr/>
        </p:nvSpPr>
        <p:spPr>
          <a:xfrm>
            <a:off x="6394399" y="3931920"/>
            <a:ext cx="292608" cy="292608"/>
          </a:xfrm>
          <a:prstGeom prst="ellipse">
            <a:avLst/>
          </a:prstGeom>
          <a:solidFill>
            <a:schemeClr val="accent1"/>
          </a:solidFill>
          <a:ln w="15875">
            <a:solidFill>
              <a:schemeClr val="bg1"/>
            </a:solidFill>
            <a:prstDash val="solid"/>
          </a:ln>
        </p:spPr>
      </p:sp>
      <p:sp>
        <p:nvSpPr>
          <p:cNvPr id="14" name="!!bt3"/>
          <p:cNvSpPr txBox="1"/>
          <p:nvPr/>
        </p:nvSpPr>
        <p:spPr>
          <a:xfrm>
            <a:off x="6394399" y="39319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8635594" y="5002682"/>
            <a:ext cx="493776" cy="493776"/>
          </a:xfrm>
          <a:prstGeom prst="ellipse">
            <a:avLst/>
          </a:prstGeom>
          <a:solidFill>
            <a:schemeClr val="accent1">
              <a:alpha val="16000"/>
            </a:schemeClr>
          </a:solidFill>
          <a:ln/>
        </p:spPr>
      </p:sp>
      <p:sp>
        <p:nvSpPr>
          <p:cNvPr id="16" name="!!bc4"/>
          <p:cNvSpPr/>
          <p:nvPr/>
        </p:nvSpPr>
        <p:spPr>
          <a:xfrm>
            <a:off x="8736178" y="5103266"/>
            <a:ext cx="292608" cy="292608"/>
          </a:xfrm>
          <a:prstGeom prst="ellipse">
            <a:avLst/>
          </a:prstGeom>
          <a:solidFill>
            <a:schemeClr val="accent1"/>
          </a:solidFill>
          <a:ln w="15875">
            <a:solidFill>
              <a:schemeClr val="bg1"/>
            </a:solidFill>
            <a:prstDash val="solid"/>
          </a:ln>
        </p:spPr>
      </p:sp>
      <p:sp>
        <p:nvSpPr>
          <p:cNvPr id="17" name="!!bt4"/>
          <p:cNvSpPr txBox="1"/>
          <p:nvPr/>
        </p:nvSpPr>
        <p:spPr>
          <a:xfrm>
            <a:off x="8736178" y="510326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969764" y="5351983"/>
            <a:ext cx="493776" cy="493776"/>
          </a:xfrm>
          <a:prstGeom prst="ellipse">
            <a:avLst/>
          </a:prstGeom>
          <a:solidFill>
            <a:schemeClr val="accent1">
              <a:alpha val="16000"/>
            </a:schemeClr>
          </a:solidFill>
          <a:ln/>
        </p:spPr>
      </p:sp>
      <p:sp>
        <p:nvSpPr>
          <p:cNvPr id="19" name="!!bc5"/>
          <p:cNvSpPr/>
          <p:nvPr/>
        </p:nvSpPr>
        <p:spPr>
          <a:xfrm>
            <a:off x="5070348" y="5452567"/>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0348" y="545256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pic>
        <p:nvPicPr>
          <p:cNvPr id="21" name="!!mask" descr="/tmp/claude-0/-home-user-sgqy/b70fb111-7300-56ba-abe4-4b6e17d8c33e/scratchpad/assets/v5/mask_header.png">    </p:cNvPr>
          <p:cNvPicPr>
            <a:picLocks noChangeAspect="1"/>
          </p:cNvPicPr>
          <p:nvPr/>
        </p:nvPicPr>
        <p:blipFill>
          <a:blip r:embed="rId2"/>
          <a:stretch>
            <a:fillRect/>
          </a:stretch>
        </p:blipFill>
        <p:spPr>
          <a:xfrm>
            <a:off x="0" y="0"/>
            <a:ext cx="12191695" cy="6858000"/>
          </a:xfrm>
          <a:prstGeom prst="rect">
            <a:avLst/>
          </a:prstGeom>
        </p:spPr>
      </p:pic>
      <p:sp>
        <p:nvSpPr>
          <p:cNvPr id="2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4"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5" name="!!con0"/>
          <p:cNvSpPr/>
          <p:nvPr/>
        </p:nvSpPr>
        <p:spPr>
          <a:xfrm flipV="1">
            <a:off x="1856232" y="2880360"/>
            <a:ext cx="521208" cy="2196389"/>
          </a:xfrm>
          <a:prstGeom prst="line">
            <a:avLst/>
          </a:prstGeom>
          <a:noFill/>
          <a:ln w="12700">
            <a:solidFill>
              <a:schemeClr val="accent1">
                <a:alpha val="85000"/>
              </a:schemeClr>
            </a:solidFill>
            <a:prstDash val="solid"/>
          </a:ln>
        </p:spPr>
      </p:sp>
      <p:sp>
        <p:nvSpPr>
          <p:cNvPr id="26" name="!!con1"/>
          <p:cNvSpPr/>
          <p:nvPr/>
        </p:nvSpPr>
        <p:spPr>
          <a:xfrm flipV="1">
            <a:off x="3000146" y="2880360"/>
            <a:ext cx="566014" cy="1624889"/>
          </a:xfrm>
          <a:prstGeom prst="line">
            <a:avLst/>
          </a:prstGeom>
          <a:noFill/>
          <a:ln w="12700">
            <a:solidFill>
              <a:schemeClr val="accent1">
                <a:alpha val="85000"/>
              </a:schemeClr>
            </a:solidFill>
            <a:prstDash val="solid"/>
          </a:ln>
        </p:spPr>
      </p:sp>
      <p:sp>
        <p:nvSpPr>
          <p:cNvPr id="27" name="!!con2"/>
          <p:cNvSpPr/>
          <p:nvPr/>
        </p:nvSpPr>
        <p:spPr>
          <a:xfrm flipV="1">
            <a:off x="4924958" y="2880360"/>
            <a:ext cx="561442" cy="662026"/>
          </a:xfrm>
          <a:prstGeom prst="line">
            <a:avLst/>
          </a:prstGeom>
          <a:noFill/>
          <a:ln w="12700">
            <a:solidFill>
              <a:schemeClr val="accent1">
                <a:alpha val="85000"/>
              </a:schemeClr>
            </a:solidFill>
            <a:prstDash val="solid"/>
          </a:ln>
        </p:spPr>
      </p:sp>
      <p:sp>
        <p:nvSpPr>
          <p:cNvPr id="28" name="!!con3"/>
          <p:cNvSpPr/>
          <p:nvPr/>
        </p:nvSpPr>
        <p:spPr>
          <a:xfrm flipV="1">
            <a:off x="6540703" y="2880360"/>
            <a:ext cx="1048817" cy="1197864"/>
          </a:xfrm>
          <a:prstGeom prst="line">
            <a:avLst/>
          </a:prstGeom>
          <a:noFill/>
          <a:ln w="12700">
            <a:solidFill>
              <a:schemeClr val="accent1">
                <a:alpha val="85000"/>
              </a:schemeClr>
            </a:solidFill>
            <a:prstDash val="solid"/>
          </a:ln>
        </p:spPr>
      </p:sp>
      <p:sp>
        <p:nvSpPr>
          <p:cNvPr id="29" name="!!con4"/>
          <p:cNvSpPr/>
          <p:nvPr/>
        </p:nvSpPr>
        <p:spPr>
          <a:xfrm flipV="1">
            <a:off x="8882482" y="2880360"/>
            <a:ext cx="993038" cy="2369210"/>
          </a:xfrm>
          <a:prstGeom prst="line">
            <a:avLst/>
          </a:prstGeom>
          <a:noFill/>
          <a:ln w="12700">
            <a:solidFill>
              <a:schemeClr val="accent1">
                <a:alpha val="85000"/>
              </a:schemeClr>
            </a:solidFill>
            <a:prstDash val="solid"/>
          </a:ln>
        </p:spPr>
      </p:sp>
      <p:sp>
        <p:nvSpPr>
          <p:cNvPr id="30" name="!!con5"/>
          <p:cNvSpPr/>
          <p:nvPr/>
        </p:nvSpPr>
        <p:spPr>
          <a:xfrm>
            <a:off x="5216652" y="5598871"/>
            <a:ext cx="864108" cy="299009"/>
          </a:xfrm>
          <a:prstGeom prst="line">
            <a:avLst/>
          </a:prstGeom>
          <a:noFill/>
          <a:ln w="12700">
            <a:solidFill>
              <a:schemeClr val="accent1">
                <a:alpha val="85000"/>
              </a:schemeClr>
            </a:solidFill>
            <a:prstDash val="solid"/>
          </a:ln>
        </p:spPr>
      </p:sp>
      <p:sp>
        <p:nvSpPr>
          <p:cNvPr id="31" name="!!tvl"/>
          <p:cNvSpPr/>
          <p:nvPr/>
        </p:nvSpPr>
        <p:spPr>
          <a:xfrm>
            <a:off x="2020467" y="3724088"/>
            <a:ext cx="2503985" cy="86217"/>
          </a:xfrm>
          <a:prstGeom prst="line">
            <a:avLst/>
          </a:prstGeom>
          <a:noFill/>
          <a:ln w="12700">
            <a:solidFill>
              <a:schemeClr val="accent1"/>
            </a:solidFill>
            <a:prstDash val="dash"/>
          </a:ln>
        </p:spPr>
      </p:sp>
      <p:sp>
        <p:nvSpPr>
          <p:cNvPr id="32" name="!!tvo"/>
          <p:cNvSpPr/>
          <p:nvPr/>
        </p:nvSpPr>
        <p:spPr>
          <a:xfrm>
            <a:off x="768096" y="3054096"/>
            <a:ext cx="1298448" cy="1298448"/>
          </a:xfrm>
          <a:prstGeom prst="ellipse">
            <a:avLst/>
          </a:prstGeom>
          <a:solidFill>
            <a:schemeClr val="bg1"/>
          </a:solidFill>
          <a:ln w="19050">
            <a:solidFill>
              <a:schemeClr val="accent1"/>
            </a:solidFill>
            <a:prstDash val="solid"/>
          </a:ln>
          <a:effectLst>
            <a:outerShdw sx="100000" sy="100000" kx="0" ky="0" algn="bl" rotWithShape="0" blurRad="203200" dist="38100" dir="5400000">
              <a:srgbClr val="0A1628">
                <a:alpha val="10000"/>
              </a:srgbClr>
            </a:outerShdw>
          </a:effectLst>
        </p:spPr>
      </p:sp>
      <p:sp>
        <p:nvSpPr>
          <p:cNvPr id="33" name="!!tvs"/>
          <p:cNvSpPr/>
          <p:nvPr/>
        </p:nvSpPr>
        <p:spPr>
          <a:xfrm>
            <a:off x="905256" y="3337560"/>
            <a:ext cx="1024128" cy="603504"/>
          </a:xfrm>
          <a:prstGeom prst="roundRect">
            <a:avLst>
              <a:gd name="adj" fmla="val 9091"/>
            </a:avLst>
          </a:prstGeom>
          <a:solidFill>
            <a:srgbClr val="0E1B2D"/>
          </a:solidFill>
          <a:ln w="9525">
            <a:solidFill>
              <a:schemeClr val="accent1"/>
            </a:solidFill>
            <a:prstDash val="solid"/>
          </a:ln>
        </p:spPr>
      </p:sp>
      <p:sp>
        <p:nvSpPr>
          <p:cNvPr id="34" name="!!tvf"/>
          <p:cNvSpPr/>
          <p:nvPr/>
        </p:nvSpPr>
        <p:spPr>
          <a:xfrm>
            <a:off x="987552" y="3419856"/>
            <a:ext cx="246888" cy="246888"/>
          </a:xfrm>
          <a:prstGeom prst="ellipse">
            <a:avLst/>
          </a:prstGeom>
          <a:solidFill>
            <a:srgbClr val="E7CDB4"/>
          </a:solidFill>
          <a:ln/>
        </p:spPr>
      </p:sp>
      <p:sp>
        <p:nvSpPr>
          <p:cNvPr id="35" name="!!tvn"/>
          <p:cNvSpPr txBox="1"/>
          <p:nvPr/>
        </p:nvSpPr>
        <p:spPr>
          <a:xfrm>
            <a:off x="1280160" y="3401568"/>
            <a:ext cx="621792" cy="155448"/>
          </a:xfrm>
          <a:prstGeom prst="rect">
            <a:avLst/>
          </a:prstGeom>
          <a:noFill/>
          <a:ln/>
        </p:spPr>
        <p:txBody>
          <a:bodyPr wrap="square" lIns="0" tIns="0" rIns="0" bIns="0" rtlCol="0" anchor="ctr"/>
          <a:lstStyle/>
          <a:p>
            <a:pPr indent="0" marL="0">
              <a:buNone/>
            </a:pPr>
            <a:r>
              <a:rPr lang="en-US" sz="900" b="1" dirty="0">
                <a:solidFill>
                  <a:srgbClr val="FFFFFF"/>
                </a:solidFill>
              </a:rPr>
              <a:t>TAN M. Y.</a:t>
            </a:r>
            <a:endParaRPr lang="en-US" sz="900" dirty="0"/>
          </a:p>
        </p:txBody>
      </p:sp>
      <p:sp>
        <p:nvSpPr>
          <p:cNvPr id="36" name="!!tvq"/>
          <p:cNvSpPr txBox="1"/>
          <p:nvPr/>
        </p:nvSpPr>
        <p:spPr>
          <a:xfrm>
            <a:off x="1280160" y="3557016"/>
            <a:ext cx="621792" cy="118872"/>
          </a:xfrm>
          <a:prstGeom prst="rect">
            <a:avLst/>
          </a:prstGeom>
          <a:noFill/>
          <a:ln/>
        </p:spPr>
        <p:txBody>
          <a:bodyPr wrap="square" lIns="0" tIns="0" rIns="0" bIns="0" rtlCol="0" anchor="ctr"/>
          <a:lstStyle/>
          <a:p>
            <a:pPr indent="0" marL="0">
              <a:buNone/>
            </a:pPr>
            <a:r>
              <a:rPr lang="en-US" sz="700" dirty="0">
                <a:solidFill>
                  <a:srgbClr val="9AA8BC"/>
                </a:solidFill>
              </a:rPr>
              <a:t>SQ 322 · B12</a:t>
            </a:r>
            <a:endParaRPr lang="en-US" sz="700" dirty="0"/>
          </a:p>
        </p:txBody>
      </p:sp>
      <p:sp>
        <p:nvSpPr>
          <p:cNvPr id="37" name="!!tvg"/>
          <p:cNvSpPr/>
          <p:nvPr/>
        </p:nvSpPr>
        <p:spPr>
          <a:xfrm>
            <a:off x="987552" y="3739896"/>
            <a:ext cx="859536" cy="146304"/>
          </a:xfrm>
          <a:prstGeom prst="roundRect">
            <a:avLst>
              <a:gd name="adj" fmla="val 50000"/>
            </a:avLst>
          </a:prstGeom>
          <a:solidFill>
            <a:schemeClr val="accent2"/>
          </a:solidFill>
          <a:ln/>
        </p:spPr>
      </p:sp>
      <p:sp>
        <p:nvSpPr>
          <p:cNvPr id="38" name="!!tvc"/>
          <p:cNvSpPr txBox="1"/>
          <p:nvPr/>
        </p:nvSpPr>
        <p:spPr>
          <a:xfrm>
            <a:off x="987552" y="3739896"/>
            <a:ext cx="859536" cy="146304"/>
          </a:xfrm>
          <a:prstGeom prst="rect">
            <a:avLst/>
          </a:prstGeom>
          <a:noFill/>
          <a:ln/>
        </p:spPr>
        <p:txBody>
          <a:bodyPr wrap="square" lIns="0" tIns="0" rIns="0" bIns="0" rtlCol="0" anchor="ctr"/>
          <a:lstStyle/>
          <a:p>
            <a:pPr algn="ctr" indent="0" marL="0">
              <a:buNone/>
            </a:pPr>
            <a:r>
              <a:rPr lang="en-US" sz="800" b="1" spc="100" kern="0" dirty="0">
                <a:solidFill>
                  <a:srgbClr val="FFFFFF"/>
                </a:solidFill>
              </a:rPr>
              <a:t>CLEARED</a:t>
            </a:r>
            <a:endParaRPr lang="en-US" sz="800" dirty="0"/>
          </a:p>
        </p:txBody>
      </p:sp>
      <p:sp>
        <p:nvSpPr>
          <p:cNvPr id="39" name="!!tvx"/>
          <p:cNvSpPr txBox="1"/>
          <p:nvPr/>
        </p:nvSpPr>
        <p:spPr>
          <a:xfrm>
            <a:off x="914400" y="4014216"/>
            <a:ext cx="1005840" cy="146304"/>
          </a:xfrm>
          <a:prstGeom prst="rect">
            <a:avLst/>
          </a:prstGeom>
          <a:noFill/>
          <a:ln/>
        </p:spPr>
        <p:txBody>
          <a:bodyPr wrap="square" lIns="0" tIns="0" rIns="0" bIns="0" rtlCol="0" anchor="ctr"/>
          <a:lstStyle/>
          <a:p>
            <a:pPr algn="ctr" indent="0" marL="0">
              <a:buNone/>
            </a:pPr>
            <a:r>
              <a:rPr lang="en-US" sz="800" b="1" spc="150" kern="0" dirty="0">
                <a:solidFill>
                  <a:schemeClr val="accent1"/>
                </a:solidFill>
              </a:rPr>
              <a:t>STATUS TV</a:t>
            </a:r>
            <a:endParaRPr lang="en-US" sz="800" dirty="0"/>
          </a:p>
        </p:txBody>
      </p:sp>
      <p:sp>
        <p:nvSpPr>
          <p:cNvPr id="40" name="!!card0"/>
          <p:cNvSpPr/>
          <p:nvPr/>
        </p:nvSpPr>
        <p:spPr>
          <a:xfrm>
            <a:off x="54864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41" name="!!num0c"/>
          <p:cNvSpPr/>
          <p:nvPr/>
        </p:nvSpPr>
        <p:spPr>
          <a:xfrm>
            <a:off x="676656" y="2121408"/>
            <a:ext cx="274320" cy="274320"/>
          </a:xfrm>
          <a:prstGeom prst="ellipse">
            <a:avLst/>
          </a:prstGeom>
          <a:solidFill>
            <a:schemeClr val="accent1"/>
          </a:solidFill>
          <a:ln/>
        </p:spPr>
      </p:sp>
      <p:sp>
        <p:nvSpPr>
          <p:cNvPr id="42" name="!!num0t"/>
          <p:cNvSpPr txBox="1"/>
          <p:nvPr/>
        </p:nvSpPr>
        <p:spPr>
          <a:xfrm>
            <a:off x="67665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3" name="!!ttl0"/>
          <p:cNvSpPr txBox="1"/>
          <p:nvPr/>
        </p:nvSpPr>
        <p:spPr>
          <a:xfrm>
            <a:off x="104241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Enrol at home</a:t>
            </a:r>
            <a:endParaRPr lang="en-US" sz="1400" dirty="0"/>
          </a:p>
        </p:txBody>
      </p:sp>
      <p:pic>
        <p:nvPicPr>
          <p:cNvPr id="44" name="!!img0" descr="/tmp/claude-0/-home-user-sgqy/b70fb111-7300-56ba-abe4-4b6e17d8c33e/scratchpad/assets/v5/t1.png">    </p:cNvPr>
          <p:cNvPicPr>
            <a:picLocks noChangeAspect="1"/>
          </p:cNvPicPr>
          <p:nvPr/>
        </p:nvPicPr>
        <p:blipFill>
          <a:blip r:embed="rId3"/>
          <a:stretch>
            <a:fillRect/>
          </a:stretch>
        </p:blipFill>
        <p:spPr>
          <a:xfrm>
            <a:off x="676656" y="2487168"/>
            <a:ext cx="457200" cy="318052"/>
          </a:xfrm>
          <a:prstGeom prst="rect">
            <a:avLst/>
          </a:prstGeom>
        </p:spPr>
      </p:pic>
      <p:sp>
        <p:nvSpPr>
          <p:cNvPr id="45" name="!!prd0"/>
          <p:cNvSpPr txBox="1"/>
          <p:nvPr/>
        </p:nvSpPr>
        <p:spPr>
          <a:xfrm>
            <a:off x="122529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FastPass App</a:t>
            </a:r>
            <a:endParaRPr lang="en-US" sz="1100" dirty="0"/>
          </a:p>
        </p:txBody>
      </p:sp>
      <p:sp>
        <p:nvSpPr>
          <p:cNvPr id="46" name="!!card1"/>
          <p:cNvSpPr/>
          <p:nvPr/>
        </p:nvSpPr>
        <p:spPr>
          <a:xfrm>
            <a:off x="274320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47" name="!!num1c"/>
          <p:cNvSpPr/>
          <p:nvPr/>
        </p:nvSpPr>
        <p:spPr>
          <a:xfrm>
            <a:off x="2871216" y="2121408"/>
            <a:ext cx="274320" cy="274320"/>
          </a:xfrm>
          <a:prstGeom prst="ellipse">
            <a:avLst/>
          </a:prstGeom>
          <a:solidFill>
            <a:schemeClr val="accent1"/>
          </a:solidFill>
          <a:ln/>
        </p:spPr>
      </p:sp>
      <p:sp>
        <p:nvSpPr>
          <p:cNvPr id="48" name="!!num1t"/>
          <p:cNvSpPr txBox="1"/>
          <p:nvPr/>
        </p:nvSpPr>
        <p:spPr>
          <a:xfrm>
            <a:off x="287121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49" name="!!ttl1"/>
          <p:cNvSpPr txBox="1"/>
          <p:nvPr/>
        </p:nvSpPr>
        <p:spPr>
          <a:xfrm>
            <a:off x="323697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Approach</a:t>
            </a:r>
            <a:endParaRPr lang="en-US" sz="1400" dirty="0"/>
          </a:p>
        </p:txBody>
      </p:sp>
      <p:pic>
        <p:nvPicPr>
          <p:cNvPr id="50" name="!!img1" descr="/tmp/claude-0/-home-user-sgqy/b70fb111-7300-56ba-abe4-4b6e17d8c33e/scratchpad/assets/v5/t2.png">    </p:cNvPr>
          <p:cNvPicPr>
            <a:picLocks noChangeAspect="1"/>
          </p:cNvPicPr>
          <p:nvPr/>
        </p:nvPicPr>
        <p:blipFill>
          <a:blip r:embed="rId4"/>
          <a:stretch>
            <a:fillRect/>
          </a:stretch>
        </p:blipFill>
        <p:spPr>
          <a:xfrm>
            <a:off x="2871216" y="2487168"/>
            <a:ext cx="457200" cy="318052"/>
          </a:xfrm>
          <a:prstGeom prst="rect">
            <a:avLst/>
          </a:prstGeom>
        </p:spPr>
      </p:pic>
      <p:sp>
        <p:nvSpPr>
          <p:cNvPr id="51" name="!!prd1"/>
          <p:cNvSpPr txBox="1"/>
          <p:nvPr/>
        </p:nvSpPr>
        <p:spPr>
          <a:xfrm>
            <a:off x="341985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BLE lane pairing</a:t>
            </a:r>
            <a:endParaRPr lang="en-US" sz="1100" dirty="0"/>
          </a:p>
        </p:txBody>
      </p:sp>
      <p:sp>
        <p:nvSpPr>
          <p:cNvPr id="52" name="!!card2"/>
          <p:cNvSpPr/>
          <p:nvPr/>
        </p:nvSpPr>
        <p:spPr>
          <a:xfrm>
            <a:off x="493776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53" name="!!num2c"/>
          <p:cNvSpPr/>
          <p:nvPr/>
        </p:nvSpPr>
        <p:spPr>
          <a:xfrm>
            <a:off x="5065776" y="2121408"/>
            <a:ext cx="274320" cy="274320"/>
          </a:xfrm>
          <a:prstGeom prst="ellipse">
            <a:avLst/>
          </a:prstGeom>
          <a:solidFill>
            <a:schemeClr val="accent1"/>
          </a:solidFill>
          <a:ln/>
        </p:spPr>
      </p:sp>
      <p:sp>
        <p:nvSpPr>
          <p:cNvPr id="54" name="!!num2t"/>
          <p:cNvSpPr txBox="1"/>
          <p:nvPr/>
        </p:nvSpPr>
        <p:spPr>
          <a:xfrm>
            <a:off x="506577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55" name="!!ttl2"/>
          <p:cNvSpPr txBox="1"/>
          <p:nvPr/>
        </p:nvSpPr>
        <p:spPr>
          <a:xfrm>
            <a:off x="543153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Walk through</a:t>
            </a:r>
            <a:endParaRPr lang="en-US" sz="1400" dirty="0"/>
          </a:p>
        </p:txBody>
      </p:sp>
      <p:pic>
        <p:nvPicPr>
          <p:cNvPr id="56" name="!!img2" descr="/tmp/claude-0/-home-user-sgqy/b70fb111-7300-56ba-abe4-4b6e17d8c33e/scratchpad/assets/v5/t3.png">    </p:cNvPr>
          <p:cNvPicPr>
            <a:picLocks noChangeAspect="1"/>
          </p:cNvPicPr>
          <p:nvPr/>
        </p:nvPicPr>
        <p:blipFill>
          <a:blip r:embed="rId5"/>
          <a:stretch>
            <a:fillRect/>
          </a:stretch>
        </p:blipFill>
        <p:spPr>
          <a:xfrm>
            <a:off x="5065776" y="2487168"/>
            <a:ext cx="457200" cy="318052"/>
          </a:xfrm>
          <a:prstGeom prst="rect">
            <a:avLst/>
          </a:prstGeom>
        </p:spPr>
      </p:pic>
      <p:sp>
        <p:nvSpPr>
          <p:cNvPr id="57" name="!!prd2"/>
          <p:cNvSpPr txBox="1"/>
          <p:nvPr/>
        </p:nvSpPr>
        <p:spPr>
          <a:xfrm>
            <a:off x="561441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Biometric E-Gate</a:t>
            </a:r>
            <a:endParaRPr lang="en-US" sz="1100" dirty="0"/>
          </a:p>
        </p:txBody>
      </p:sp>
      <p:sp>
        <p:nvSpPr>
          <p:cNvPr id="58" name="!!card3"/>
          <p:cNvSpPr/>
          <p:nvPr/>
        </p:nvSpPr>
        <p:spPr>
          <a:xfrm>
            <a:off x="713232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59" name="!!num3c"/>
          <p:cNvSpPr/>
          <p:nvPr/>
        </p:nvSpPr>
        <p:spPr>
          <a:xfrm>
            <a:off x="7260336" y="2121408"/>
            <a:ext cx="274320" cy="274320"/>
          </a:xfrm>
          <a:prstGeom prst="ellipse">
            <a:avLst/>
          </a:prstGeom>
          <a:solidFill>
            <a:schemeClr val="accent1"/>
          </a:solidFill>
          <a:ln/>
        </p:spPr>
      </p:sp>
      <p:sp>
        <p:nvSpPr>
          <p:cNvPr id="60" name="!!num3t"/>
          <p:cNvSpPr txBox="1"/>
          <p:nvPr/>
        </p:nvSpPr>
        <p:spPr>
          <a:xfrm>
            <a:off x="726033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61" name="!!ttl3"/>
          <p:cNvSpPr txBox="1"/>
          <p:nvPr/>
        </p:nvSpPr>
        <p:spPr>
          <a:xfrm>
            <a:off x="762609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Pre-screen</a:t>
            </a:r>
            <a:endParaRPr lang="en-US" sz="1400" dirty="0"/>
          </a:p>
        </p:txBody>
      </p:sp>
      <p:pic>
        <p:nvPicPr>
          <p:cNvPr id="62" name="!!img3" descr="/tmp/claude-0/-home-user-sgqy/b70fb111-7300-56ba-abe4-4b6e17d8c33e/scratchpad/assets/v5/t4.png">    </p:cNvPr>
          <p:cNvPicPr>
            <a:picLocks noChangeAspect="1"/>
          </p:cNvPicPr>
          <p:nvPr/>
        </p:nvPicPr>
        <p:blipFill>
          <a:blip r:embed="rId6"/>
          <a:stretch>
            <a:fillRect/>
          </a:stretch>
        </p:blipFill>
        <p:spPr>
          <a:xfrm>
            <a:off x="7260336" y="2487168"/>
            <a:ext cx="457200" cy="318052"/>
          </a:xfrm>
          <a:prstGeom prst="rect">
            <a:avLst/>
          </a:prstGeom>
        </p:spPr>
      </p:pic>
      <p:sp>
        <p:nvSpPr>
          <p:cNvPr id="63" name="!!prd3"/>
          <p:cNvSpPr txBox="1"/>
          <p:nvPr/>
        </p:nvSpPr>
        <p:spPr>
          <a:xfrm>
            <a:off x="780897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Profile Check</a:t>
            </a:r>
            <a:endParaRPr lang="en-US" sz="1100" dirty="0"/>
          </a:p>
        </p:txBody>
      </p:sp>
      <p:sp>
        <p:nvSpPr>
          <p:cNvPr id="64" name="!!card4"/>
          <p:cNvSpPr/>
          <p:nvPr/>
        </p:nvSpPr>
        <p:spPr>
          <a:xfrm>
            <a:off x="9326880" y="2011680"/>
            <a:ext cx="2316175"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65" name="!!num4c"/>
          <p:cNvSpPr/>
          <p:nvPr/>
        </p:nvSpPr>
        <p:spPr>
          <a:xfrm>
            <a:off x="9454896" y="2121408"/>
            <a:ext cx="274320" cy="274320"/>
          </a:xfrm>
          <a:prstGeom prst="ellipse">
            <a:avLst/>
          </a:prstGeom>
          <a:solidFill>
            <a:schemeClr val="accent1"/>
          </a:solidFill>
          <a:ln/>
        </p:spPr>
      </p:sp>
      <p:sp>
        <p:nvSpPr>
          <p:cNvPr id="66" name="!!num4t"/>
          <p:cNvSpPr txBox="1"/>
          <p:nvPr/>
        </p:nvSpPr>
        <p:spPr>
          <a:xfrm>
            <a:off x="945489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67" name="!!ttl4"/>
          <p:cNvSpPr txBox="1"/>
          <p:nvPr/>
        </p:nvSpPr>
        <p:spPr>
          <a:xfrm>
            <a:off x="9820656" y="2093976"/>
            <a:ext cx="1730959" cy="329184"/>
          </a:xfrm>
          <a:prstGeom prst="rect">
            <a:avLst/>
          </a:prstGeom>
          <a:noFill/>
          <a:ln/>
        </p:spPr>
        <p:txBody>
          <a:bodyPr wrap="square" lIns="0" tIns="0" rIns="0" bIns="0" rtlCol="0" anchor="ctr"/>
          <a:lstStyle/>
          <a:p>
            <a:pPr indent="0" marL="0">
              <a:buNone/>
            </a:pPr>
            <a:r>
              <a:rPr lang="en-US" sz="1400" b="1" dirty="0">
                <a:solidFill>
                  <a:schemeClr val="tx1"/>
                </a:solidFill>
              </a:rPr>
              <a:t>Board</a:t>
            </a:r>
            <a:endParaRPr lang="en-US" sz="1400" dirty="0"/>
          </a:p>
        </p:txBody>
      </p:sp>
      <p:pic>
        <p:nvPicPr>
          <p:cNvPr id="68" name="!!img4" descr="/tmp/claude-0/-home-user-sgqy/b70fb111-7300-56ba-abe4-4b6e17d8c33e/scratchpad/assets/v5/t5.png">    </p:cNvPr>
          <p:cNvPicPr>
            <a:picLocks noChangeAspect="1"/>
          </p:cNvPicPr>
          <p:nvPr/>
        </p:nvPicPr>
        <p:blipFill>
          <a:blip r:embed="rId7"/>
          <a:stretch>
            <a:fillRect/>
          </a:stretch>
        </p:blipFill>
        <p:spPr>
          <a:xfrm>
            <a:off x="9454896" y="2487168"/>
            <a:ext cx="457200" cy="318052"/>
          </a:xfrm>
          <a:prstGeom prst="rect">
            <a:avLst/>
          </a:prstGeom>
        </p:spPr>
      </p:pic>
      <p:sp>
        <p:nvSpPr>
          <p:cNvPr id="69" name="!!prd4"/>
          <p:cNvSpPr txBox="1"/>
          <p:nvPr/>
        </p:nvSpPr>
        <p:spPr>
          <a:xfrm>
            <a:off x="10003536" y="2468880"/>
            <a:ext cx="1566367" cy="347472"/>
          </a:xfrm>
          <a:prstGeom prst="rect">
            <a:avLst/>
          </a:prstGeom>
          <a:noFill/>
          <a:ln/>
        </p:spPr>
        <p:txBody>
          <a:bodyPr wrap="square" lIns="0" tIns="0" rIns="0" bIns="0" rtlCol="0" anchor="ctr"/>
          <a:lstStyle/>
          <a:p>
            <a:pPr indent="0" marL="0">
              <a:buNone/>
            </a:pPr>
            <a:r>
              <a:rPr lang="en-US" sz="1100" b="1" dirty="0">
                <a:solidFill>
                  <a:schemeClr val="accent1"/>
                </a:solidFill>
              </a:rPr>
              <a:t>Smart Boarding Kiosk</a:t>
            </a:r>
            <a:endParaRPr lang="en-US" sz="1100" dirty="0"/>
          </a:p>
        </p:txBody>
      </p:sp>
      <p:sp>
        <p:nvSpPr>
          <p:cNvPr id="70" name="!!card5"/>
          <p:cNvSpPr/>
          <p:nvPr/>
        </p:nvSpPr>
        <p:spPr>
          <a:xfrm>
            <a:off x="6080760" y="5486400"/>
            <a:ext cx="22860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71" name="!!num5c"/>
          <p:cNvSpPr/>
          <p:nvPr/>
        </p:nvSpPr>
        <p:spPr>
          <a:xfrm>
            <a:off x="6208776" y="5596128"/>
            <a:ext cx="274320" cy="274320"/>
          </a:xfrm>
          <a:prstGeom prst="ellipse">
            <a:avLst/>
          </a:prstGeom>
          <a:solidFill>
            <a:schemeClr val="accent1"/>
          </a:solidFill>
          <a:ln/>
        </p:spPr>
      </p:sp>
      <p:sp>
        <p:nvSpPr>
          <p:cNvPr id="72" name="!!num5t"/>
          <p:cNvSpPr txBox="1"/>
          <p:nvPr/>
        </p:nvSpPr>
        <p:spPr>
          <a:xfrm>
            <a:off x="6208776" y="559612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73" name="!!ttl5"/>
          <p:cNvSpPr txBox="1"/>
          <p:nvPr/>
        </p:nvSpPr>
        <p:spPr>
          <a:xfrm>
            <a:off x="6574536" y="5568696"/>
            <a:ext cx="1700784" cy="329184"/>
          </a:xfrm>
          <a:prstGeom prst="rect">
            <a:avLst/>
          </a:prstGeom>
          <a:noFill/>
          <a:ln/>
        </p:spPr>
        <p:txBody>
          <a:bodyPr wrap="square" lIns="0" tIns="0" rIns="0" bIns="0" rtlCol="0" anchor="ctr"/>
          <a:lstStyle/>
          <a:p>
            <a:pPr indent="0" marL="0">
              <a:buNone/>
            </a:pPr>
            <a:r>
              <a:rPr lang="en-US" sz="1400" b="1" dirty="0">
                <a:solidFill>
                  <a:schemeClr val="tx1"/>
                </a:solidFill>
              </a:rPr>
              <a:t>Oversee</a:t>
            </a:r>
            <a:endParaRPr lang="en-US" sz="1400" dirty="0"/>
          </a:p>
        </p:txBody>
      </p:sp>
      <p:pic>
        <p:nvPicPr>
          <p:cNvPr id="74" name="!!img5" descr="/tmp/claude-0/-home-user-sgqy/b70fb111-7300-56ba-abe4-4b6e17d8c33e/scratchpad/assets/v5/t6.png">    </p:cNvPr>
          <p:cNvPicPr>
            <a:picLocks noChangeAspect="1"/>
          </p:cNvPicPr>
          <p:nvPr/>
        </p:nvPicPr>
        <p:blipFill>
          <a:blip r:embed="rId8"/>
          <a:stretch>
            <a:fillRect/>
          </a:stretch>
        </p:blipFill>
        <p:spPr>
          <a:xfrm>
            <a:off x="6208776" y="5961888"/>
            <a:ext cx="457200" cy="318052"/>
          </a:xfrm>
          <a:prstGeom prst="rect">
            <a:avLst/>
          </a:prstGeom>
        </p:spPr>
      </p:pic>
      <p:sp>
        <p:nvSpPr>
          <p:cNvPr id="75" name="!!prd5"/>
          <p:cNvSpPr txBox="1"/>
          <p:nvPr/>
        </p:nvSpPr>
        <p:spPr>
          <a:xfrm>
            <a:off x="6757416" y="5943600"/>
            <a:ext cx="1536192" cy="347472"/>
          </a:xfrm>
          <a:prstGeom prst="rect">
            <a:avLst/>
          </a:prstGeom>
          <a:noFill/>
          <a:ln/>
        </p:spPr>
        <p:txBody>
          <a:bodyPr wrap="square" lIns="0" tIns="0" rIns="0" bIns="0" rtlCol="0" anchor="ctr"/>
          <a:lstStyle/>
          <a:p>
            <a:pPr indent="0" marL="0">
              <a:buNone/>
            </a:pPr>
            <a:r>
              <a:rPr lang="en-US" sz="1100" b="1" dirty="0">
                <a:solidFill>
                  <a:schemeClr val="accent1"/>
                </a:solidFill>
              </a:rPr>
              <a:t>AGIL® Secure ISMP</a:t>
            </a:r>
            <a:endParaRPr lang="en-US" sz="1100" dirty="0"/>
          </a:p>
        </p:txBody>
      </p:sp>
      <p:sp>
        <p:nvSpPr>
          <p:cNvPr id="76" name="obj-137">
            <a:hlinkClick r:id="rId9" tooltip="Zoom into step 1" action="ppaction://hlinksldjump"/>
          </p:cNvPr>
          <p:cNvSpPr/>
          <p:nvPr/>
        </p:nvSpPr>
        <p:spPr>
          <a:xfrm>
            <a:off x="548640" y="2011680"/>
            <a:ext cx="2057400" cy="868680"/>
          </a:xfrm>
          <a:prstGeom prst="rect">
            <a:avLst/>
          </a:prstGeom>
          <a:solidFill>
            <a:srgbClr val="FFFFFF">
              <a:alpha val="0"/>
            </a:srgbClr>
          </a:solidFill>
          <a:ln/>
        </p:spPr>
      </p:sp>
      <p:sp>
        <p:nvSpPr>
          <p:cNvPr id="77" name="obj-138">
            <a:hlinkClick r:id="rId10" tooltip="Zoom into step 1" action="ppaction://hlinksldjump"/>
          </p:cNvPr>
          <p:cNvSpPr/>
          <p:nvPr/>
        </p:nvSpPr>
        <p:spPr>
          <a:xfrm>
            <a:off x="1581912" y="4802429"/>
            <a:ext cx="548640" cy="548640"/>
          </a:xfrm>
          <a:prstGeom prst="rect">
            <a:avLst/>
          </a:prstGeom>
          <a:solidFill>
            <a:srgbClr val="FFFFFF">
              <a:alpha val="0"/>
            </a:srgbClr>
          </a:solidFill>
          <a:ln/>
        </p:spPr>
      </p:sp>
      <p:sp>
        <p:nvSpPr>
          <p:cNvPr id="78" name="obj-139">
            <a:hlinkClick r:id="rId11" tooltip="Zoom into step 2" action="ppaction://hlinksldjump"/>
          </p:cNvPr>
          <p:cNvSpPr/>
          <p:nvPr/>
        </p:nvSpPr>
        <p:spPr>
          <a:xfrm>
            <a:off x="2743200" y="2011680"/>
            <a:ext cx="2057400" cy="868680"/>
          </a:xfrm>
          <a:prstGeom prst="rect">
            <a:avLst/>
          </a:prstGeom>
          <a:solidFill>
            <a:srgbClr val="FFFFFF">
              <a:alpha val="0"/>
            </a:srgbClr>
          </a:solidFill>
          <a:ln/>
        </p:spPr>
      </p:sp>
      <p:sp>
        <p:nvSpPr>
          <p:cNvPr id="79" name="obj-140">
            <a:hlinkClick r:id="rId12" tooltip="Zoom into step 2" action="ppaction://hlinksldjump"/>
          </p:cNvPr>
          <p:cNvSpPr/>
          <p:nvPr/>
        </p:nvSpPr>
        <p:spPr>
          <a:xfrm>
            <a:off x="2725826" y="4230929"/>
            <a:ext cx="548640" cy="548640"/>
          </a:xfrm>
          <a:prstGeom prst="rect">
            <a:avLst/>
          </a:prstGeom>
          <a:solidFill>
            <a:srgbClr val="FFFFFF">
              <a:alpha val="0"/>
            </a:srgbClr>
          </a:solidFill>
          <a:ln/>
        </p:spPr>
      </p:sp>
      <p:sp>
        <p:nvSpPr>
          <p:cNvPr id="80" name="obj-141">
            <a:hlinkClick r:id="rId13" tooltip="Zoom into step 3" action="ppaction://hlinksldjump"/>
          </p:cNvPr>
          <p:cNvSpPr/>
          <p:nvPr/>
        </p:nvSpPr>
        <p:spPr>
          <a:xfrm>
            <a:off x="4937760" y="2011680"/>
            <a:ext cx="2057400" cy="868680"/>
          </a:xfrm>
          <a:prstGeom prst="rect">
            <a:avLst/>
          </a:prstGeom>
          <a:solidFill>
            <a:srgbClr val="FFFFFF">
              <a:alpha val="0"/>
            </a:srgbClr>
          </a:solidFill>
          <a:ln/>
        </p:spPr>
      </p:sp>
      <p:sp>
        <p:nvSpPr>
          <p:cNvPr id="81" name="obj-142">
            <a:hlinkClick r:id="rId14" tooltip="Zoom into step 3" action="ppaction://hlinksldjump"/>
          </p:cNvPr>
          <p:cNvSpPr/>
          <p:nvPr/>
        </p:nvSpPr>
        <p:spPr>
          <a:xfrm>
            <a:off x="4650638" y="3268066"/>
            <a:ext cx="548640" cy="548640"/>
          </a:xfrm>
          <a:prstGeom prst="rect">
            <a:avLst/>
          </a:prstGeom>
          <a:solidFill>
            <a:srgbClr val="FFFFFF">
              <a:alpha val="0"/>
            </a:srgbClr>
          </a:solidFill>
          <a:ln/>
        </p:spPr>
      </p:sp>
      <p:sp>
        <p:nvSpPr>
          <p:cNvPr id="82" name="obj-143">
            <a:hlinkClick r:id="rId15" tooltip="Zoom into step 4" action="ppaction://hlinksldjump"/>
          </p:cNvPr>
          <p:cNvSpPr/>
          <p:nvPr/>
        </p:nvSpPr>
        <p:spPr>
          <a:xfrm>
            <a:off x="7132320" y="2011680"/>
            <a:ext cx="2057400" cy="868680"/>
          </a:xfrm>
          <a:prstGeom prst="rect">
            <a:avLst/>
          </a:prstGeom>
          <a:solidFill>
            <a:srgbClr val="FFFFFF">
              <a:alpha val="0"/>
            </a:srgbClr>
          </a:solidFill>
          <a:ln/>
        </p:spPr>
      </p:sp>
      <p:sp>
        <p:nvSpPr>
          <p:cNvPr id="83" name="obj-144">
            <a:hlinkClick r:id="rId16" tooltip="Zoom into step 4" action="ppaction://hlinksldjump"/>
          </p:cNvPr>
          <p:cNvSpPr/>
          <p:nvPr/>
        </p:nvSpPr>
        <p:spPr>
          <a:xfrm>
            <a:off x="6266383" y="3803904"/>
            <a:ext cx="548640" cy="548640"/>
          </a:xfrm>
          <a:prstGeom prst="rect">
            <a:avLst/>
          </a:prstGeom>
          <a:solidFill>
            <a:srgbClr val="FFFFFF">
              <a:alpha val="0"/>
            </a:srgbClr>
          </a:solidFill>
          <a:ln/>
        </p:spPr>
      </p:sp>
      <p:sp>
        <p:nvSpPr>
          <p:cNvPr id="84" name="obj-145">
            <a:hlinkClick r:id="rId17" tooltip="Zoom into step 5" action="ppaction://hlinksldjump"/>
          </p:cNvPr>
          <p:cNvSpPr/>
          <p:nvPr/>
        </p:nvSpPr>
        <p:spPr>
          <a:xfrm>
            <a:off x="9326880" y="2011680"/>
            <a:ext cx="2316175" cy="868680"/>
          </a:xfrm>
          <a:prstGeom prst="rect">
            <a:avLst/>
          </a:prstGeom>
          <a:solidFill>
            <a:srgbClr val="FFFFFF">
              <a:alpha val="0"/>
            </a:srgbClr>
          </a:solidFill>
          <a:ln/>
        </p:spPr>
      </p:sp>
      <p:sp>
        <p:nvSpPr>
          <p:cNvPr id="85" name="obj-146">
            <a:hlinkClick r:id="rId18" tooltip="Zoom into step 5" action="ppaction://hlinksldjump"/>
          </p:cNvPr>
          <p:cNvSpPr/>
          <p:nvPr/>
        </p:nvSpPr>
        <p:spPr>
          <a:xfrm>
            <a:off x="8608162" y="4975250"/>
            <a:ext cx="548640" cy="548640"/>
          </a:xfrm>
          <a:prstGeom prst="rect">
            <a:avLst/>
          </a:prstGeom>
          <a:solidFill>
            <a:srgbClr val="FFFFFF">
              <a:alpha val="0"/>
            </a:srgbClr>
          </a:solidFill>
          <a:ln/>
        </p:spPr>
      </p:sp>
      <p:sp>
        <p:nvSpPr>
          <p:cNvPr id="86" name="obj-147">
            <a:hlinkClick r:id="rId19" tooltip="Zoom into step 6" action="ppaction://hlinksldjump"/>
          </p:cNvPr>
          <p:cNvSpPr/>
          <p:nvPr/>
        </p:nvSpPr>
        <p:spPr>
          <a:xfrm>
            <a:off x="6080760" y="5486400"/>
            <a:ext cx="2286000" cy="868680"/>
          </a:xfrm>
          <a:prstGeom prst="rect">
            <a:avLst/>
          </a:prstGeom>
          <a:solidFill>
            <a:srgbClr val="FFFFFF">
              <a:alpha val="0"/>
            </a:srgbClr>
          </a:solidFill>
          <a:ln/>
        </p:spPr>
      </p:sp>
      <p:sp>
        <p:nvSpPr>
          <p:cNvPr id="87" name="obj-148">
            <a:hlinkClick r:id="rId20" tooltip="Zoom into step 6" action="ppaction://hlinksldjump"/>
          </p:cNvPr>
          <p:cNvSpPr/>
          <p:nvPr/>
        </p:nvSpPr>
        <p:spPr>
          <a:xfrm>
            <a:off x="4942332" y="5324551"/>
            <a:ext cx="548640" cy="548640"/>
          </a:xfrm>
          <a:prstGeom prst="rect">
            <a:avLst/>
          </a:prstGeom>
          <a:solidFill>
            <a:srgbClr val="FFFFFF">
              <a:alpha val="0"/>
            </a:srgbClr>
          </a:solidFill>
          <a:ln/>
        </p:spPr>
      </p:sp>
      <p:sp>
        <p:nvSpPr>
          <p:cNvPr id="88"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274320" y="-5897880"/>
            <a:ext cx="24383390" cy="13716000"/>
          </a:xfrm>
          <a:prstGeom prst="rect">
            <a:avLst/>
          </a:prstGeom>
        </p:spPr>
      </p:pic>
      <p:sp>
        <p:nvSpPr>
          <p:cNvPr id="3" name="!!bh0"/>
          <p:cNvSpPr/>
          <p:nvPr/>
        </p:nvSpPr>
        <p:spPr>
          <a:xfrm>
            <a:off x="3593592" y="3862426"/>
            <a:ext cx="786384" cy="786384"/>
          </a:xfrm>
          <a:prstGeom prst="ellipse">
            <a:avLst/>
          </a:prstGeom>
          <a:solidFill>
            <a:schemeClr val="accent1">
              <a:alpha val="28000"/>
            </a:schemeClr>
          </a:solidFill>
          <a:ln/>
        </p:spPr>
      </p:sp>
      <p:sp>
        <p:nvSpPr>
          <p:cNvPr id="4" name="!!bc0"/>
          <p:cNvSpPr/>
          <p:nvPr/>
        </p:nvSpPr>
        <p:spPr>
          <a:xfrm>
            <a:off x="3840480" y="4109314"/>
            <a:ext cx="292608" cy="292608"/>
          </a:xfrm>
          <a:prstGeom prst="ellipse">
            <a:avLst/>
          </a:prstGeom>
          <a:solidFill>
            <a:schemeClr val="accent1"/>
          </a:solidFill>
          <a:ln w="15875">
            <a:solidFill>
              <a:schemeClr val="bg1"/>
            </a:solidFill>
            <a:prstDash val="solid"/>
          </a:ln>
        </p:spPr>
      </p:sp>
      <p:sp>
        <p:nvSpPr>
          <p:cNvPr id="5" name="!!bt0"/>
          <p:cNvSpPr txBox="1"/>
          <p:nvPr/>
        </p:nvSpPr>
        <p:spPr>
          <a:xfrm>
            <a:off x="3840480" y="410931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6027725" y="2865730"/>
            <a:ext cx="493776" cy="493776"/>
          </a:xfrm>
          <a:prstGeom prst="ellipse">
            <a:avLst/>
          </a:prstGeom>
          <a:solidFill>
            <a:schemeClr val="accent1">
              <a:alpha val="16000"/>
            </a:schemeClr>
          </a:solidFill>
          <a:ln/>
        </p:spPr>
      </p:sp>
      <p:sp>
        <p:nvSpPr>
          <p:cNvPr id="7" name="!!bc1"/>
          <p:cNvSpPr/>
          <p:nvPr/>
        </p:nvSpPr>
        <p:spPr>
          <a:xfrm>
            <a:off x="6128309" y="2966314"/>
            <a:ext cx="292608" cy="292608"/>
          </a:xfrm>
          <a:prstGeom prst="ellipse">
            <a:avLst/>
          </a:prstGeom>
          <a:solidFill>
            <a:schemeClr val="accent1"/>
          </a:solidFill>
          <a:ln w="15875">
            <a:solidFill>
              <a:schemeClr val="bg1"/>
            </a:solidFill>
            <a:prstDash val="solid"/>
          </a:ln>
        </p:spPr>
      </p:sp>
      <p:sp>
        <p:nvSpPr>
          <p:cNvPr id="8" name="!!bt1"/>
          <p:cNvSpPr txBox="1"/>
          <p:nvPr/>
        </p:nvSpPr>
        <p:spPr>
          <a:xfrm>
            <a:off x="6128309" y="296631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9877349" y="940003"/>
            <a:ext cx="493776" cy="493776"/>
          </a:xfrm>
          <a:prstGeom prst="ellipse">
            <a:avLst/>
          </a:prstGeom>
          <a:solidFill>
            <a:schemeClr val="accent1">
              <a:alpha val="16000"/>
            </a:schemeClr>
          </a:solidFill>
          <a:ln/>
        </p:spPr>
      </p:sp>
      <p:sp>
        <p:nvSpPr>
          <p:cNvPr id="10" name="!!bc2"/>
          <p:cNvSpPr/>
          <p:nvPr/>
        </p:nvSpPr>
        <p:spPr>
          <a:xfrm>
            <a:off x="9977933" y="1040587"/>
            <a:ext cx="292608" cy="292608"/>
          </a:xfrm>
          <a:prstGeom prst="ellipse">
            <a:avLst/>
          </a:prstGeom>
          <a:solidFill>
            <a:schemeClr val="accent1"/>
          </a:solidFill>
          <a:ln w="15875">
            <a:solidFill>
              <a:schemeClr val="bg1"/>
            </a:solidFill>
            <a:prstDash val="solid"/>
          </a:ln>
        </p:spPr>
      </p:sp>
      <p:sp>
        <p:nvSpPr>
          <p:cNvPr id="11" name="!!bt2"/>
          <p:cNvSpPr txBox="1"/>
          <p:nvPr/>
        </p:nvSpPr>
        <p:spPr>
          <a:xfrm>
            <a:off x="9977933" y="104058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13108838" y="2011680"/>
            <a:ext cx="493776" cy="493776"/>
          </a:xfrm>
          <a:prstGeom prst="ellipse">
            <a:avLst/>
          </a:prstGeom>
          <a:solidFill>
            <a:schemeClr val="accent1">
              <a:alpha val="16000"/>
            </a:schemeClr>
          </a:solidFill>
          <a:ln/>
        </p:spPr>
      </p:sp>
      <p:sp>
        <p:nvSpPr>
          <p:cNvPr id="13" name="!!bc3"/>
          <p:cNvSpPr/>
          <p:nvPr/>
        </p:nvSpPr>
        <p:spPr>
          <a:xfrm>
            <a:off x="13209422" y="2112264"/>
            <a:ext cx="292608" cy="292608"/>
          </a:xfrm>
          <a:prstGeom prst="ellipse">
            <a:avLst/>
          </a:prstGeom>
          <a:solidFill>
            <a:schemeClr val="accent1"/>
          </a:solidFill>
          <a:ln w="15875">
            <a:solidFill>
              <a:schemeClr val="bg1"/>
            </a:solidFill>
            <a:prstDash val="solid"/>
          </a:ln>
        </p:spPr>
      </p:sp>
      <p:sp>
        <p:nvSpPr>
          <p:cNvPr id="14" name="!!bt3"/>
          <p:cNvSpPr txBox="1"/>
          <p:nvPr/>
        </p:nvSpPr>
        <p:spPr>
          <a:xfrm>
            <a:off x="13209422" y="211226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17792395" y="4354373"/>
            <a:ext cx="493776" cy="493776"/>
          </a:xfrm>
          <a:prstGeom prst="ellipse">
            <a:avLst/>
          </a:prstGeom>
          <a:solidFill>
            <a:schemeClr val="accent1">
              <a:alpha val="16000"/>
            </a:schemeClr>
          </a:solidFill>
          <a:ln/>
        </p:spPr>
      </p:sp>
      <p:sp>
        <p:nvSpPr>
          <p:cNvPr id="16" name="!!bc4"/>
          <p:cNvSpPr/>
          <p:nvPr/>
        </p:nvSpPr>
        <p:spPr>
          <a:xfrm>
            <a:off x="17892979" y="4454957"/>
            <a:ext cx="292608" cy="292608"/>
          </a:xfrm>
          <a:prstGeom prst="ellipse">
            <a:avLst/>
          </a:prstGeom>
          <a:solidFill>
            <a:schemeClr val="accent1"/>
          </a:solidFill>
          <a:ln w="15875">
            <a:solidFill>
              <a:schemeClr val="bg1"/>
            </a:solidFill>
            <a:prstDash val="solid"/>
          </a:ln>
        </p:spPr>
      </p:sp>
      <p:sp>
        <p:nvSpPr>
          <p:cNvPr id="17" name="!!bt4"/>
          <p:cNvSpPr txBox="1"/>
          <p:nvPr/>
        </p:nvSpPr>
        <p:spPr>
          <a:xfrm>
            <a:off x="17892979" y="445495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10460736" y="5052974"/>
            <a:ext cx="493776" cy="493776"/>
          </a:xfrm>
          <a:prstGeom prst="ellipse">
            <a:avLst/>
          </a:prstGeom>
          <a:solidFill>
            <a:schemeClr val="accent1">
              <a:alpha val="16000"/>
            </a:schemeClr>
          </a:solidFill>
          <a:ln/>
        </p:spPr>
      </p:sp>
      <p:sp>
        <p:nvSpPr>
          <p:cNvPr id="19" name="!!bc5"/>
          <p:cNvSpPr/>
          <p:nvPr/>
        </p:nvSpPr>
        <p:spPr>
          <a:xfrm>
            <a:off x="10561320" y="5153558"/>
            <a:ext cx="292608" cy="292608"/>
          </a:xfrm>
          <a:prstGeom prst="ellipse">
            <a:avLst/>
          </a:prstGeom>
          <a:solidFill>
            <a:schemeClr val="accent1"/>
          </a:solidFill>
          <a:ln w="15875">
            <a:solidFill>
              <a:schemeClr val="bg1"/>
            </a:solidFill>
            <a:prstDash val="solid"/>
          </a:ln>
        </p:spPr>
      </p:sp>
      <p:sp>
        <p:nvSpPr>
          <p:cNvPr id="20" name="!!bt5"/>
          <p:cNvSpPr txBox="1"/>
          <p:nvPr/>
        </p:nvSpPr>
        <p:spPr>
          <a:xfrm>
            <a:off x="10561320" y="515355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pic>
        <p:nvPicPr>
          <p:cNvPr id="21" name="!!mask" descr="/tmp/claude-0/-home-user-sgqy/b70fb111-7300-56ba-abe4-4b6e17d8c33e/scratchpad/assets/v5/mask_window.png">    </p:cNvPr>
          <p:cNvPicPr>
            <a:picLocks noChangeAspect="1"/>
          </p:cNvPicPr>
          <p:nvPr/>
        </p:nvPicPr>
        <p:blipFill>
          <a:blip r:embed="rId2"/>
          <a:stretch>
            <a:fillRect/>
          </a:stretch>
        </p:blipFill>
        <p:spPr>
          <a:xfrm>
            <a:off x="0" y="0"/>
            <a:ext cx="12191695" cy="6858000"/>
          </a:xfrm>
          <a:prstGeom prst="rect">
            <a:avLst/>
          </a:prstGeom>
        </p:spPr>
      </p:pic>
      <p:sp>
        <p:nvSpPr>
          <p:cNvPr id="2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4"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5" name="!!pb0"/>
          <p:cNvSpPr/>
          <p:nvPr/>
        </p:nvSpPr>
        <p:spPr>
          <a:xfrm>
            <a:off x="6949440" y="1920240"/>
            <a:ext cx="701040" cy="64008"/>
          </a:xfrm>
          <a:prstGeom prst="roundRect">
            <a:avLst>
              <a:gd name="adj" fmla="val 50000"/>
            </a:avLst>
          </a:prstGeom>
          <a:solidFill>
            <a:schemeClr val="accent1"/>
          </a:solidFill>
          <a:ln/>
        </p:spPr>
      </p:sp>
      <p:sp>
        <p:nvSpPr>
          <p:cNvPr id="26" name="obj-149">
            <a:hlinkClick r:id="rId3" tooltip="Step 1" action="ppaction://hlinksldjump"/>
          </p:cNvPr>
          <p:cNvSpPr/>
          <p:nvPr/>
        </p:nvSpPr>
        <p:spPr>
          <a:xfrm>
            <a:off x="6949440" y="1810512"/>
            <a:ext cx="701040" cy="274320"/>
          </a:xfrm>
          <a:prstGeom prst="rect">
            <a:avLst/>
          </a:prstGeom>
          <a:solidFill>
            <a:srgbClr val="FFFFFF">
              <a:alpha val="0"/>
            </a:srgbClr>
          </a:solidFill>
          <a:ln/>
        </p:spPr>
      </p:sp>
      <p:sp>
        <p:nvSpPr>
          <p:cNvPr id="27" name="!!pb1"/>
          <p:cNvSpPr/>
          <p:nvPr/>
        </p:nvSpPr>
        <p:spPr>
          <a:xfrm>
            <a:off x="7723632" y="1920240"/>
            <a:ext cx="701040" cy="64008"/>
          </a:xfrm>
          <a:prstGeom prst="roundRect">
            <a:avLst>
              <a:gd name="adj" fmla="val 50000"/>
            </a:avLst>
          </a:prstGeom>
          <a:solidFill>
            <a:schemeClr val="accent5"/>
          </a:solidFill>
          <a:ln/>
        </p:spPr>
      </p:sp>
      <p:sp>
        <p:nvSpPr>
          <p:cNvPr id="28" name="obj-150">
            <a:hlinkClick r:id="rId4" tooltip="Step 2" action="ppaction://hlinksldjump"/>
          </p:cNvPr>
          <p:cNvSpPr/>
          <p:nvPr/>
        </p:nvSpPr>
        <p:spPr>
          <a:xfrm>
            <a:off x="7723632" y="1810512"/>
            <a:ext cx="701040" cy="274320"/>
          </a:xfrm>
          <a:prstGeom prst="rect">
            <a:avLst/>
          </a:prstGeom>
          <a:solidFill>
            <a:srgbClr val="FFFFFF">
              <a:alpha val="0"/>
            </a:srgbClr>
          </a:solidFill>
          <a:ln/>
        </p:spPr>
      </p:sp>
      <p:sp>
        <p:nvSpPr>
          <p:cNvPr id="29" name="!!pb2"/>
          <p:cNvSpPr/>
          <p:nvPr/>
        </p:nvSpPr>
        <p:spPr>
          <a:xfrm>
            <a:off x="8497824" y="1920240"/>
            <a:ext cx="701040" cy="64008"/>
          </a:xfrm>
          <a:prstGeom prst="roundRect">
            <a:avLst>
              <a:gd name="adj" fmla="val 50000"/>
            </a:avLst>
          </a:prstGeom>
          <a:solidFill>
            <a:schemeClr val="accent5"/>
          </a:solidFill>
          <a:ln/>
        </p:spPr>
      </p:sp>
      <p:sp>
        <p:nvSpPr>
          <p:cNvPr id="30" name="obj-151">
            <a:hlinkClick r:id="rId5" tooltip="Step 3" action="ppaction://hlinksldjump"/>
          </p:cNvPr>
          <p:cNvSpPr/>
          <p:nvPr/>
        </p:nvSpPr>
        <p:spPr>
          <a:xfrm>
            <a:off x="8497824" y="1810512"/>
            <a:ext cx="701040" cy="274320"/>
          </a:xfrm>
          <a:prstGeom prst="rect">
            <a:avLst/>
          </a:prstGeom>
          <a:solidFill>
            <a:srgbClr val="FFFFFF">
              <a:alpha val="0"/>
            </a:srgbClr>
          </a:solidFill>
          <a:ln/>
        </p:spPr>
      </p:sp>
      <p:sp>
        <p:nvSpPr>
          <p:cNvPr id="31" name="!!pb3"/>
          <p:cNvSpPr/>
          <p:nvPr/>
        </p:nvSpPr>
        <p:spPr>
          <a:xfrm>
            <a:off x="9272016" y="1920240"/>
            <a:ext cx="701040" cy="64008"/>
          </a:xfrm>
          <a:prstGeom prst="roundRect">
            <a:avLst>
              <a:gd name="adj" fmla="val 50000"/>
            </a:avLst>
          </a:prstGeom>
          <a:solidFill>
            <a:schemeClr val="accent5"/>
          </a:solidFill>
          <a:ln/>
        </p:spPr>
      </p:sp>
      <p:sp>
        <p:nvSpPr>
          <p:cNvPr id="32" name="obj-152">
            <a:hlinkClick r:id="rId6" tooltip="Step 4" action="ppaction://hlinksldjump"/>
          </p:cNvPr>
          <p:cNvSpPr/>
          <p:nvPr/>
        </p:nvSpPr>
        <p:spPr>
          <a:xfrm>
            <a:off x="9272016" y="1810512"/>
            <a:ext cx="701040" cy="274320"/>
          </a:xfrm>
          <a:prstGeom prst="rect">
            <a:avLst/>
          </a:prstGeom>
          <a:solidFill>
            <a:srgbClr val="FFFFFF">
              <a:alpha val="0"/>
            </a:srgbClr>
          </a:solidFill>
          <a:ln/>
        </p:spPr>
      </p:sp>
      <p:sp>
        <p:nvSpPr>
          <p:cNvPr id="33" name="!!pb4"/>
          <p:cNvSpPr/>
          <p:nvPr/>
        </p:nvSpPr>
        <p:spPr>
          <a:xfrm>
            <a:off x="10046208" y="1920240"/>
            <a:ext cx="701040" cy="64008"/>
          </a:xfrm>
          <a:prstGeom prst="roundRect">
            <a:avLst>
              <a:gd name="adj" fmla="val 50000"/>
            </a:avLst>
          </a:prstGeom>
          <a:solidFill>
            <a:schemeClr val="accent5"/>
          </a:solidFill>
          <a:ln/>
        </p:spPr>
      </p:sp>
      <p:sp>
        <p:nvSpPr>
          <p:cNvPr id="34" name="obj-153">
            <a:hlinkClick r:id="rId7" tooltip="Step 5" action="ppaction://hlinksldjump"/>
          </p:cNvPr>
          <p:cNvSpPr/>
          <p:nvPr/>
        </p:nvSpPr>
        <p:spPr>
          <a:xfrm>
            <a:off x="10046208" y="1810512"/>
            <a:ext cx="701040" cy="274320"/>
          </a:xfrm>
          <a:prstGeom prst="rect">
            <a:avLst/>
          </a:prstGeom>
          <a:solidFill>
            <a:srgbClr val="FFFFFF">
              <a:alpha val="0"/>
            </a:srgbClr>
          </a:solidFill>
          <a:ln/>
        </p:spPr>
      </p:sp>
      <p:sp>
        <p:nvSpPr>
          <p:cNvPr id="35" name="!!pb5"/>
          <p:cNvSpPr/>
          <p:nvPr/>
        </p:nvSpPr>
        <p:spPr>
          <a:xfrm>
            <a:off x="10820400" y="1920240"/>
            <a:ext cx="701040" cy="64008"/>
          </a:xfrm>
          <a:prstGeom prst="roundRect">
            <a:avLst>
              <a:gd name="adj" fmla="val 50000"/>
            </a:avLst>
          </a:prstGeom>
          <a:solidFill>
            <a:schemeClr val="accent5"/>
          </a:solidFill>
          <a:ln/>
        </p:spPr>
      </p:sp>
      <p:sp>
        <p:nvSpPr>
          <p:cNvPr id="36" name="obj-154">
            <a:hlinkClick r:id="rId8" tooltip="Step 6" action="ppaction://hlinksldjump"/>
          </p:cNvPr>
          <p:cNvSpPr/>
          <p:nvPr/>
        </p:nvSpPr>
        <p:spPr>
          <a:xfrm>
            <a:off x="10820400" y="1810512"/>
            <a:ext cx="701040" cy="274320"/>
          </a:xfrm>
          <a:prstGeom prst="rect">
            <a:avLst/>
          </a:prstGeom>
          <a:solidFill>
            <a:srgbClr val="FFFFFF">
              <a:alpha val="0"/>
            </a:srgbClr>
          </a:solidFill>
          <a:ln/>
        </p:spPr>
      </p:sp>
      <p:pic>
        <p:nvPicPr>
          <p:cNvPr id="37" name="!!img0" descr="/tmp/claude-0/-home-user-sgqy/b70fb111-7300-56ba-abe4-4b6e17d8c33e/scratchpad/assets/v5/t1.png">    </p:cNvPr>
          <p:cNvPicPr>
            <a:picLocks noChangeAspect="1"/>
          </p:cNvPicPr>
          <p:nvPr/>
        </p:nvPicPr>
        <p:blipFill>
          <a:blip r:embed="rId9"/>
          <a:stretch>
            <a:fillRect/>
          </a:stretch>
        </p:blipFill>
        <p:spPr>
          <a:xfrm>
            <a:off x="6949440" y="2121408"/>
            <a:ext cx="4572000" cy="3180522"/>
          </a:xfrm>
          <a:prstGeom prst="rect">
            <a:avLst/>
          </a:prstGeom>
        </p:spPr>
      </p:pic>
      <p:sp>
        <p:nvSpPr>
          <p:cNvPr id="38" name="c0l"/>
          <p:cNvSpPr txBox="1"/>
          <p:nvPr/>
        </p:nvSpPr>
        <p:spPr>
          <a:xfrm>
            <a:off x="6949440" y="5429946"/>
            <a:ext cx="4572000" cy="237744"/>
          </a:xfrm>
          <a:prstGeom prst="rect">
            <a:avLst/>
          </a:prstGeom>
          <a:noFill/>
          <a:ln/>
        </p:spPr>
        <p:txBody>
          <a:bodyPr wrap="square" lIns="0" tIns="0" rIns="0" bIns="0" rtlCol="0" anchor="ctr"/>
          <a:lstStyle/>
          <a:p>
            <a:pPr indent="0" marL="0">
              <a:buNone/>
            </a:pPr>
            <a:r>
              <a:rPr lang="en-US" sz="1100" b="1" spc="200" kern="0" dirty="0">
                <a:solidFill>
                  <a:schemeClr val="accent1"/>
                </a:solidFill>
              </a:rPr>
              <a:t>STEP 1 OF 6  ·  ENROL AT HOME</a:t>
            </a:r>
            <a:endParaRPr lang="en-US" sz="1100" dirty="0"/>
          </a:p>
        </p:txBody>
      </p:sp>
      <p:sp>
        <p:nvSpPr>
          <p:cNvPr id="39" name="c0n"/>
          <p:cNvSpPr txBox="1"/>
          <p:nvPr/>
        </p:nvSpPr>
        <p:spPr>
          <a:xfrm>
            <a:off x="6949440" y="5685978"/>
            <a:ext cx="4572000" cy="365760"/>
          </a:xfrm>
          <a:prstGeom prst="rect">
            <a:avLst/>
          </a:prstGeom>
          <a:noFill/>
          <a:ln/>
        </p:spPr>
        <p:txBody>
          <a:bodyPr wrap="square" lIns="0" tIns="0" rIns="0" bIns="0" rtlCol="0" anchor="ctr"/>
          <a:lstStyle/>
          <a:p>
            <a:pPr indent="0" marL="0">
              <a:buNone/>
            </a:pPr>
            <a:r>
              <a:rPr lang="en-US" sz="2000" b="1" dirty="0">
                <a:solidFill>
                  <a:schemeClr val="tx1"/>
                </a:solidFill>
              </a:rPr>
              <a:t>FastPass Mobile App</a:t>
            </a:r>
            <a:endParaRPr lang="en-US" sz="2000" dirty="0"/>
          </a:p>
        </p:txBody>
      </p:sp>
      <p:sp>
        <p:nvSpPr>
          <p:cNvPr id="40" name="c0d"/>
          <p:cNvSpPr txBox="1"/>
          <p:nvPr/>
        </p:nvSpPr>
        <p:spPr>
          <a:xfrm>
            <a:off x="6949440" y="6070026"/>
            <a:ext cx="4572000" cy="274320"/>
          </a:xfrm>
          <a:prstGeom prst="rect">
            <a:avLst/>
          </a:prstGeom>
          <a:noFill/>
          <a:ln/>
        </p:spPr>
        <p:txBody>
          <a:bodyPr wrap="square" lIns="0" tIns="0" rIns="0" bIns="0" rtlCol="0" anchor="ctr"/>
          <a:lstStyle/>
          <a:p>
            <a:pPr indent="0" marL="0">
              <a:buNone/>
            </a:pPr>
            <a:r>
              <a:rPr lang="en-US" sz="1300" dirty="0">
                <a:solidFill>
                  <a:schemeClr val="tx2"/>
                </a:solidFill>
              </a:rPr>
              <a:t>Passport scan and selfie, once. Encrypted on the phone.</a:t>
            </a:r>
            <a:endParaRPr lang="en-US" sz="1300" dirty="0"/>
          </a:p>
        </p:txBody>
      </p:sp>
      <p:sp>
        <p:nvSpPr>
          <p:cNvPr id="41"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2194560" y="-4617720"/>
            <a:ext cx="24383390" cy="13716000"/>
          </a:xfrm>
          <a:prstGeom prst="rect">
            <a:avLst/>
          </a:prstGeom>
        </p:spPr>
      </p:pic>
      <p:sp>
        <p:nvSpPr>
          <p:cNvPr id="3" name="!!bh0"/>
          <p:cNvSpPr/>
          <p:nvPr/>
        </p:nvSpPr>
        <p:spPr>
          <a:xfrm>
            <a:off x="1271016" y="5288890"/>
            <a:ext cx="493776" cy="493776"/>
          </a:xfrm>
          <a:prstGeom prst="ellipse">
            <a:avLst/>
          </a:prstGeom>
          <a:solidFill>
            <a:schemeClr val="accent1">
              <a:alpha val="16000"/>
            </a:schemeClr>
          </a:solidFill>
          <a:ln/>
        </p:spPr>
      </p:sp>
      <p:sp>
        <p:nvSpPr>
          <p:cNvPr id="4" name="!!bc0"/>
          <p:cNvSpPr/>
          <p:nvPr/>
        </p:nvSpPr>
        <p:spPr>
          <a:xfrm>
            <a:off x="1371600" y="5389474"/>
            <a:ext cx="292608" cy="292608"/>
          </a:xfrm>
          <a:prstGeom prst="ellipse">
            <a:avLst/>
          </a:prstGeom>
          <a:solidFill>
            <a:schemeClr val="accent1"/>
          </a:solidFill>
          <a:ln w="15875">
            <a:solidFill>
              <a:schemeClr val="bg1"/>
            </a:solidFill>
            <a:prstDash val="solid"/>
          </a:ln>
        </p:spPr>
      </p:sp>
      <p:sp>
        <p:nvSpPr>
          <p:cNvPr id="5" name="!!bt0"/>
          <p:cNvSpPr txBox="1"/>
          <p:nvPr/>
        </p:nvSpPr>
        <p:spPr>
          <a:xfrm>
            <a:off x="1371600" y="538947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3412541" y="3999586"/>
            <a:ext cx="786384" cy="786384"/>
          </a:xfrm>
          <a:prstGeom prst="ellipse">
            <a:avLst/>
          </a:prstGeom>
          <a:solidFill>
            <a:schemeClr val="accent1">
              <a:alpha val="28000"/>
            </a:schemeClr>
          </a:solidFill>
          <a:ln/>
        </p:spPr>
      </p:sp>
      <p:sp>
        <p:nvSpPr>
          <p:cNvPr id="7" name="!!bc1"/>
          <p:cNvSpPr/>
          <p:nvPr/>
        </p:nvSpPr>
        <p:spPr>
          <a:xfrm>
            <a:off x="3659429" y="4246474"/>
            <a:ext cx="292608" cy="292608"/>
          </a:xfrm>
          <a:prstGeom prst="ellipse">
            <a:avLst/>
          </a:prstGeom>
          <a:solidFill>
            <a:schemeClr val="accent1"/>
          </a:solidFill>
          <a:ln w="15875">
            <a:solidFill>
              <a:schemeClr val="bg1"/>
            </a:solidFill>
            <a:prstDash val="solid"/>
          </a:ln>
        </p:spPr>
      </p:sp>
      <p:sp>
        <p:nvSpPr>
          <p:cNvPr id="8" name="!!bt1"/>
          <p:cNvSpPr txBox="1"/>
          <p:nvPr/>
        </p:nvSpPr>
        <p:spPr>
          <a:xfrm>
            <a:off x="3659429" y="424647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7408469" y="2220163"/>
            <a:ext cx="493776" cy="493776"/>
          </a:xfrm>
          <a:prstGeom prst="ellipse">
            <a:avLst/>
          </a:prstGeom>
          <a:solidFill>
            <a:schemeClr val="accent1">
              <a:alpha val="16000"/>
            </a:schemeClr>
          </a:solidFill>
          <a:ln/>
        </p:spPr>
      </p:sp>
      <p:sp>
        <p:nvSpPr>
          <p:cNvPr id="10" name="!!bc2"/>
          <p:cNvSpPr/>
          <p:nvPr/>
        </p:nvSpPr>
        <p:spPr>
          <a:xfrm>
            <a:off x="7509053" y="2320747"/>
            <a:ext cx="292608" cy="292608"/>
          </a:xfrm>
          <a:prstGeom prst="ellipse">
            <a:avLst/>
          </a:prstGeom>
          <a:solidFill>
            <a:schemeClr val="accent1"/>
          </a:solidFill>
          <a:ln w="15875">
            <a:solidFill>
              <a:schemeClr val="bg1"/>
            </a:solidFill>
            <a:prstDash val="solid"/>
          </a:ln>
        </p:spPr>
      </p:sp>
      <p:sp>
        <p:nvSpPr>
          <p:cNvPr id="11" name="!!bt2"/>
          <p:cNvSpPr txBox="1"/>
          <p:nvPr/>
        </p:nvSpPr>
        <p:spPr>
          <a:xfrm>
            <a:off x="7509053" y="232074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10639958" y="3291840"/>
            <a:ext cx="493776" cy="493776"/>
          </a:xfrm>
          <a:prstGeom prst="ellipse">
            <a:avLst/>
          </a:prstGeom>
          <a:solidFill>
            <a:schemeClr val="accent1">
              <a:alpha val="16000"/>
            </a:schemeClr>
          </a:solidFill>
          <a:ln/>
        </p:spPr>
      </p:sp>
      <p:sp>
        <p:nvSpPr>
          <p:cNvPr id="13" name="!!bc3"/>
          <p:cNvSpPr/>
          <p:nvPr/>
        </p:nvSpPr>
        <p:spPr>
          <a:xfrm>
            <a:off x="10740542" y="3392424"/>
            <a:ext cx="292608" cy="292608"/>
          </a:xfrm>
          <a:prstGeom prst="ellipse">
            <a:avLst/>
          </a:prstGeom>
          <a:solidFill>
            <a:schemeClr val="accent1"/>
          </a:solidFill>
          <a:ln w="15875">
            <a:solidFill>
              <a:schemeClr val="bg1"/>
            </a:solidFill>
            <a:prstDash val="solid"/>
          </a:ln>
        </p:spPr>
      </p:sp>
      <p:sp>
        <p:nvSpPr>
          <p:cNvPr id="14" name="!!bt3"/>
          <p:cNvSpPr txBox="1"/>
          <p:nvPr/>
        </p:nvSpPr>
        <p:spPr>
          <a:xfrm>
            <a:off x="10740542" y="339242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15323515" y="5634533"/>
            <a:ext cx="493776" cy="493776"/>
          </a:xfrm>
          <a:prstGeom prst="ellipse">
            <a:avLst/>
          </a:prstGeom>
          <a:solidFill>
            <a:schemeClr val="accent1">
              <a:alpha val="16000"/>
            </a:schemeClr>
          </a:solidFill>
          <a:ln/>
        </p:spPr>
      </p:sp>
      <p:sp>
        <p:nvSpPr>
          <p:cNvPr id="16" name="!!bc4"/>
          <p:cNvSpPr/>
          <p:nvPr/>
        </p:nvSpPr>
        <p:spPr>
          <a:xfrm>
            <a:off x="15424099" y="5735117"/>
            <a:ext cx="292608" cy="292608"/>
          </a:xfrm>
          <a:prstGeom prst="ellipse">
            <a:avLst/>
          </a:prstGeom>
          <a:solidFill>
            <a:schemeClr val="accent1"/>
          </a:solidFill>
          <a:ln w="15875">
            <a:solidFill>
              <a:schemeClr val="bg1"/>
            </a:solidFill>
            <a:prstDash val="solid"/>
          </a:ln>
        </p:spPr>
      </p:sp>
      <p:sp>
        <p:nvSpPr>
          <p:cNvPr id="17" name="!!bt4"/>
          <p:cNvSpPr txBox="1"/>
          <p:nvPr/>
        </p:nvSpPr>
        <p:spPr>
          <a:xfrm>
            <a:off x="15424099" y="573511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7991856" y="6333134"/>
            <a:ext cx="493776" cy="493776"/>
          </a:xfrm>
          <a:prstGeom prst="ellipse">
            <a:avLst/>
          </a:prstGeom>
          <a:solidFill>
            <a:schemeClr val="accent1">
              <a:alpha val="16000"/>
            </a:schemeClr>
          </a:solidFill>
          <a:ln/>
        </p:spPr>
      </p:sp>
      <p:sp>
        <p:nvSpPr>
          <p:cNvPr id="19" name="!!bc5"/>
          <p:cNvSpPr/>
          <p:nvPr/>
        </p:nvSpPr>
        <p:spPr>
          <a:xfrm>
            <a:off x="8092440" y="6433718"/>
            <a:ext cx="292608" cy="292608"/>
          </a:xfrm>
          <a:prstGeom prst="ellipse">
            <a:avLst/>
          </a:prstGeom>
          <a:solidFill>
            <a:schemeClr val="accent1"/>
          </a:solidFill>
          <a:ln w="15875">
            <a:solidFill>
              <a:schemeClr val="bg1"/>
            </a:solidFill>
            <a:prstDash val="solid"/>
          </a:ln>
        </p:spPr>
      </p:sp>
      <p:sp>
        <p:nvSpPr>
          <p:cNvPr id="20" name="!!bt5"/>
          <p:cNvSpPr txBox="1"/>
          <p:nvPr/>
        </p:nvSpPr>
        <p:spPr>
          <a:xfrm>
            <a:off x="8092440" y="643371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pic>
        <p:nvPicPr>
          <p:cNvPr id="21" name="!!mask" descr="/tmp/claude-0/-home-user-sgqy/b70fb111-7300-56ba-abe4-4b6e17d8c33e/scratchpad/assets/v5/mask_window.png">    </p:cNvPr>
          <p:cNvPicPr>
            <a:picLocks noChangeAspect="1"/>
          </p:cNvPicPr>
          <p:nvPr/>
        </p:nvPicPr>
        <p:blipFill>
          <a:blip r:embed="rId2"/>
          <a:stretch>
            <a:fillRect/>
          </a:stretch>
        </p:blipFill>
        <p:spPr>
          <a:xfrm>
            <a:off x="0" y="0"/>
            <a:ext cx="12191695" cy="6858000"/>
          </a:xfrm>
          <a:prstGeom prst="rect">
            <a:avLst/>
          </a:prstGeom>
        </p:spPr>
      </p:pic>
      <p:sp>
        <p:nvSpPr>
          <p:cNvPr id="2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4"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5" name="!!pb0"/>
          <p:cNvSpPr/>
          <p:nvPr/>
        </p:nvSpPr>
        <p:spPr>
          <a:xfrm>
            <a:off x="6949440" y="1920240"/>
            <a:ext cx="701040" cy="64008"/>
          </a:xfrm>
          <a:prstGeom prst="roundRect">
            <a:avLst>
              <a:gd name="adj" fmla="val 50000"/>
            </a:avLst>
          </a:prstGeom>
          <a:solidFill>
            <a:schemeClr val="accent1">
              <a:alpha val="45000"/>
            </a:schemeClr>
          </a:solidFill>
          <a:ln/>
        </p:spPr>
      </p:sp>
      <p:sp>
        <p:nvSpPr>
          <p:cNvPr id="26" name="obj-155">
            <a:hlinkClick r:id="rId3" tooltip="Step 1" action="ppaction://hlinksldjump"/>
          </p:cNvPr>
          <p:cNvSpPr/>
          <p:nvPr/>
        </p:nvSpPr>
        <p:spPr>
          <a:xfrm>
            <a:off x="6949440" y="1810512"/>
            <a:ext cx="701040" cy="274320"/>
          </a:xfrm>
          <a:prstGeom prst="rect">
            <a:avLst/>
          </a:prstGeom>
          <a:solidFill>
            <a:srgbClr val="FFFFFF">
              <a:alpha val="0"/>
            </a:srgbClr>
          </a:solidFill>
          <a:ln/>
        </p:spPr>
      </p:sp>
      <p:sp>
        <p:nvSpPr>
          <p:cNvPr id="27" name="!!pb1"/>
          <p:cNvSpPr/>
          <p:nvPr/>
        </p:nvSpPr>
        <p:spPr>
          <a:xfrm>
            <a:off x="7723632" y="1920240"/>
            <a:ext cx="701040" cy="64008"/>
          </a:xfrm>
          <a:prstGeom prst="roundRect">
            <a:avLst>
              <a:gd name="adj" fmla="val 50000"/>
            </a:avLst>
          </a:prstGeom>
          <a:solidFill>
            <a:schemeClr val="accent1"/>
          </a:solidFill>
          <a:ln/>
        </p:spPr>
      </p:sp>
      <p:sp>
        <p:nvSpPr>
          <p:cNvPr id="28" name="obj-156">
            <a:hlinkClick r:id="rId4" tooltip="Step 2" action="ppaction://hlinksldjump"/>
          </p:cNvPr>
          <p:cNvSpPr/>
          <p:nvPr/>
        </p:nvSpPr>
        <p:spPr>
          <a:xfrm>
            <a:off x="7723632" y="1810512"/>
            <a:ext cx="701040" cy="274320"/>
          </a:xfrm>
          <a:prstGeom prst="rect">
            <a:avLst/>
          </a:prstGeom>
          <a:solidFill>
            <a:srgbClr val="FFFFFF">
              <a:alpha val="0"/>
            </a:srgbClr>
          </a:solidFill>
          <a:ln/>
        </p:spPr>
      </p:sp>
      <p:sp>
        <p:nvSpPr>
          <p:cNvPr id="29" name="!!pb2"/>
          <p:cNvSpPr/>
          <p:nvPr/>
        </p:nvSpPr>
        <p:spPr>
          <a:xfrm>
            <a:off x="8497824" y="1920240"/>
            <a:ext cx="701040" cy="64008"/>
          </a:xfrm>
          <a:prstGeom prst="roundRect">
            <a:avLst>
              <a:gd name="adj" fmla="val 50000"/>
            </a:avLst>
          </a:prstGeom>
          <a:solidFill>
            <a:schemeClr val="accent5"/>
          </a:solidFill>
          <a:ln/>
        </p:spPr>
      </p:sp>
      <p:sp>
        <p:nvSpPr>
          <p:cNvPr id="30" name="obj-157">
            <a:hlinkClick r:id="rId5" tooltip="Step 3" action="ppaction://hlinksldjump"/>
          </p:cNvPr>
          <p:cNvSpPr/>
          <p:nvPr/>
        </p:nvSpPr>
        <p:spPr>
          <a:xfrm>
            <a:off x="8497824" y="1810512"/>
            <a:ext cx="701040" cy="274320"/>
          </a:xfrm>
          <a:prstGeom prst="rect">
            <a:avLst/>
          </a:prstGeom>
          <a:solidFill>
            <a:srgbClr val="FFFFFF">
              <a:alpha val="0"/>
            </a:srgbClr>
          </a:solidFill>
          <a:ln/>
        </p:spPr>
      </p:sp>
      <p:sp>
        <p:nvSpPr>
          <p:cNvPr id="31" name="!!pb3"/>
          <p:cNvSpPr/>
          <p:nvPr/>
        </p:nvSpPr>
        <p:spPr>
          <a:xfrm>
            <a:off x="9272016" y="1920240"/>
            <a:ext cx="701040" cy="64008"/>
          </a:xfrm>
          <a:prstGeom prst="roundRect">
            <a:avLst>
              <a:gd name="adj" fmla="val 50000"/>
            </a:avLst>
          </a:prstGeom>
          <a:solidFill>
            <a:schemeClr val="accent5"/>
          </a:solidFill>
          <a:ln/>
        </p:spPr>
      </p:sp>
      <p:sp>
        <p:nvSpPr>
          <p:cNvPr id="32" name="obj-158">
            <a:hlinkClick r:id="rId6" tooltip="Step 4" action="ppaction://hlinksldjump"/>
          </p:cNvPr>
          <p:cNvSpPr/>
          <p:nvPr/>
        </p:nvSpPr>
        <p:spPr>
          <a:xfrm>
            <a:off x="9272016" y="1810512"/>
            <a:ext cx="701040" cy="274320"/>
          </a:xfrm>
          <a:prstGeom prst="rect">
            <a:avLst/>
          </a:prstGeom>
          <a:solidFill>
            <a:srgbClr val="FFFFFF">
              <a:alpha val="0"/>
            </a:srgbClr>
          </a:solidFill>
          <a:ln/>
        </p:spPr>
      </p:sp>
      <p:sp>
        <p:nvSpPr>
          <p:cNvPr id="33" name="!!pb4"/>
          <p:cNvSpPr/>
          <p:nvPr/>
        </p:nvSpPr>
        <p:spPr>
          <a:xfrm>
            <a:off x="10046208" y="1920240"/>
            <a:ext cx="701040" cy="64008"/>
          </a:xfrm>
          <a:prstGeom prst="roundRect">
            <a:avLst>
              <a:gd name="adj" fmla="val 50000"/>
            </a:avLst>
          </a:prstGeom>
          <a:solidFill>
            <a:schemeClr val="accent5"/>
          </a:solidFill>
          <a:ln/>
        </p:spPr>
      </p:sp>
      <p:sp>
        <p:nvSpPr>
          <p:cNvPr id="34" name="obj-159">
            <a:hlinkClick r:id="rId7" tooltip="Step 5" action="ppaction://hlinksldjump"/>
          </p:cNvPr>
          <p:cNvSpPr/>
          <p:nvPr/>
        </p:nvSpPr>
        <p:spPr>
          <a:xfrm>
            <a:off x="10046208" y="1810512"/>
            <a:ext cx="701040" cy="274320"/>
          </a:xfrm>
          <a:prstGeom prst="rect">
            <a:avLst/>
          </a:prstGeom>
          <a:solidFill>
            <a:srgbClr val="FFFFFF">
              <a:alpha val="0"/>
            </a:srgbClr>
          </a:solidFill>
          <a:ln/>
        </p:spPr>
      </p:sp>
      <p:sp>
        <p:nvSpPr>
          <p:cNvPr id="35" name="!!pb5"/>
          <p:cNvSpPr/>
          <p:nvPr/>
        </p:nvSpPr>
        <p:spPr>
          <a:xfrm>
            <a:off x="10820400" y="1920240"/>
            <a:ext cx="701040" cy="64008"/>
          </a:xfrm>
          <a:prstGeom prst="roundRect">
            <a:avLst>
              <a:gd name="adj" fmla="val 50000"/>
            </a:avLst>
          </a:prstGeom>
          <a:solidFill>
            <a:schemeClr val="accent5"/>
          </a:solidFill>
          <a:ln/>
        </p:spPr>
      </p:sp>
      <p:sp>
        <p:nvSpPr>
          <p:cNvPr id="36" name="obj-160">
            <a:hlinkClick r:id="rId8" tooltip="Step 6" action="ppaction://hlinksldjump"/>
          </p:cNvPr>
          <p:cNvSpPr/>
          <p:nvPr/>
        </p:nvSpPr>
        <p:spPr>
          <a:xfrm>
            <a:off x="10820400" y="1810512"/>
            <a:ext cx="701040" cy="274320"/>
          </a:xfrm>
          <a:prstGeom prst="rect">
            <a:avLst/>
          </a:prstGeom>
          <a:solidFill>
            <a:srgbClr val="FFFFFF">
              <a:alpha val="0"/>
            </a:srgbClr>
          </a:solidFill>
          <a:ln/>
        </p:spPr>
      </p:sp>
      <p:pic>
        <p:nvPicPr>
          <p:cNvPr id="37" name="!!img1" descr="/tmp/claude-0/-home-user-sgqy/b70fb111-7300-56ba-abe4-4b6e17d8c33e/scratchpad/assets/v5/t2.png">    </p:cNvPr>
          <p:cNvPicPr>
            <a:picLocks noChangeAspect="1"/>
          </p:cNvPicPr>
          <p:nvPr/>
        </p:nvPicPr>
        <p:blipFill>
          <a:blip r:embed="rId9"/>
          <a:stretch>
            <a:fillRect/>
          </a:stretch>
        </p:blipFill>
        <p:spPr>
          <a:xfrm>
            <a:off x="6949440" y="2121408"/>
            <a:ext cx="4572000" cy="3180522"/>
          </a:xfrm>
          <a:prstGeom prst="rect">
            <a:avLst/>
          </a:prstGeom>
        </p:spPr>
      </p:pic>
      <p:sp>
        <p:nvSpPr>
          <p:cNvPr id="38" name="c1l"/>
          <p:cNvSpPr txBox="1"/>
          <p:nvPr/>
        </p:nvSpPr>
        <p:spPr>
          <a:xfrm>
            <a:off x="6949440" y="5429946"/>
            <a:ext cx="4572000" cy="237744"/>
          </a:xfrm>
          <a:prstGeom prst="rect">
            <a:avLst/>
          </a:prstGeom>
          <a:noFill/>
          <a:ln/>
        </p:spPr>
        <p:txBody>
          <a:bodyPr wrap="square" lIns="0" tIns="0" rIns="0" bIns="0" rtlCol="0" anchor="ctr"/>
          <a:lstStyle/>
          <a:p>
            <a:pPr indent="0" marL="0">
              <a:buNone/>
            </a:pPr>
            <a:r>
              <a:rPr lang="en-US" sz="1100" b="1" spc="200" kern="0" dirty="0">
                <a:solidFill>
                  <a:schemeClr val="accent1"/>
                </a:solidFill>
              </a:rPr>
              <a:t>STEP 2 OF 6  ·  APPROACH</a:t>
            </a:r>
            <a:endParaRPr lang="en-US" sz="1100" dirty="0"/>
          </a:p>
        </p:txBody>
      </p:sp>
      <p:sp>
        <p:nvSpPr>
          <p:cNvPr id="39" name="c1n"/>
          <p:cNvSpPr txBox="1"/>
          <p:nvPr/>
        </p:nvSpPr>
        <p:spPr>
          <a:xfrm>
            <a:off x="6949440" y="5685978"/>
            <a:ext cx="4572000" cy="365760"/>
          </a:xfrm>
          <a:prstGeom prst="rect">
            <a:avLst/>
          </a:prstGeom>
          <a:noFill/>
          <a:ln/>
        </p:spPr>
        <p:txBody>
          <a:bodyPr wrap="square" lIns="0" tIns="0" rIns="0" bIns="0" rtlCol="0" anchor="ctr"/>
          <a:lstStyle/>
          <a:p>
            <a:pPr indent="0" marL="0">
              <a:buNone/>
            </a:pPr>
            <a:r>
              <a:rPr lang="en-US" sz="2000" b="1" dirty="0">
                <a:solidFill>
                  <a:schemeClr val="tx1"/>
                </a:solidFill>
              </a:rPr>
              <a:t>FastPass Lane with BLE beacon</a:t>
            </a:r>
            <a:endParaRPr lang="en-US" sz="2000" dirty="0"/>
          </a:p>
        </p:txBody>
      </p:sp>
      <p:sp>
        <p:nvSpPr>
          <p:cNvPr id="40" name="c1d"/>
          <p:cNvSpPr txBox="1"/>
          <p:nvPr/>
        </p:nvSpPr>
        <p:spPr>
          <a:xfrm>
            <a:off x="6949440" y="6070026"/>
            <a:ext cx="4572000" cy="274320"/>
          </a:xfrm>
          <a:prstGeom prst="rect">
            <a:avLst/>
          </a:prstGeom>
          <a:noFill/>
          <a:ln/>
        </p:spPr>
        <p:txBody>
          <a:bodyPr wrap="square" lIns="0" tIns="0" rIns="0" bIns="0" rtlCol="0" anchor="ctr"/>
          <a:lstStyle/>
          <a:p>
            <a:pPr indent="0" marL="0">
              <a:buNone/>
            </a:pPr>
            <a:r>
              <a:rPr lang="en-US" sz="1300" dirty="0">
                <a:solidFill>
                  <a:schemeClr val="tx2"/>
                </a:solidFill>
              </a:rPr>
              <a:t>The lane’s BLE beacon pairs with the phone on approach.</a:t>
            </a:r>
            <a:endParaRPr lang="en-US" sz="1300" dirty="0"/>
          </a:p>
        </p:txBody>
      </p:sp>
      <p:sp>
        <p:nvSpPr>
          <p:cNvPr id="41"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5852160" y="-3246120"/>
            <a:ext cx="24383390" cy="13716000"/>
          </a:xfrm>
          <a:prstGeom prst="rect">
            <a:avLst/>
          </a:prstGeom>
        </p:spPr>
      </p:pic>
      <p:sp>
        <p:nvSpPr>
          <p:cNvPr id="3" name="!!bh0"/>
          <p:cNvSpPr/>
          <p:nvPr/>
        </p:nvSpPr>
        <p:spPr>
          <a:xfrm>
            <a:off x="-2386584" y="6660490"/>
            <a:ext cx="493776" cy="493776"/>
          </a:xfrm>
          <a:prstGeom prst="ellipse">
            <a:avLst/>
          </a:prstGeom>
          <a:solidFill>
            <a:schemeClr val="accent1">
              <a:alpha val="16000"/>
            </a:schemeClr>
          </a:solidFill>
          <a:ln/>
        </p:spPr>
      </p:sp>
      <p:sp>
        <p:nvSpPr>
          <p:cNvPr id="4" name="!!bc0"/>
          <p:cNvSpPr/>
          <p:nvPr/>
        </p:nvSpPr>
        <p:spPr>
          <a:xfrm>
            <a:off x="-2286000" y="6761074"/>
            <a:ext cx="292608" cy="292608"/>
          </a:xfrm>
          <a:prstGeom prst="ellipse">
            <a:avLst/>
          </a:prstGeom>
          <a:solidFill>
            <a:schemeClr val="accent1"/>
          </a:solidFill>
          <a:ln w="15875">
            <a:solidFill>
              <a:schemeClr val="bg1"/>
            </a:solidFill>
            <a:prstDash val="solid"/>
          </a:ln>
        </p:spPr>
      </p:sp>
      <p:sp>
        <p:nvSpPr>
          <p:cNvPr id="5" name="!!bt0"/>
          <p:cNvSpPr txBox="1"/>
          <p:nvPr/>
        </p:nvSpPr>
        <p:spPr>
          <a:xfrm>
            <a:off x="-2286000" y="676107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98755" y="5517490"/>
            <a:ext cx="493776" cy="493776"/>
          </a:xfrm>
          <a:prstGeom prst="ellipse">
            <a:avLst/>
          </a:prstGeom>
          <a:solidFill>
            <a:schemeClr val="accent1">
              <a:alpha val="16000"/>
            </a:schemeClr>
          </a:solidFill>
          <a:ln/>
        </p:spPr>
      </p:sp>
      <p:sp>
        <p:nvSpPr>
          <p:cNvPr id="7" name="!!bc1"/>
          <p:cNvSpPr/>
          <p:nvPr/>
        </p:nvSpPr>
        <p:spPr>
          <a:xfrm>
            <a:off x="1829" y="5618074"/>
            <a:ext cx="292608" cy="292608"/>
          </a:xfrm>
          <a:prstGeom prst="ellipse">
            <a:avLst/>
          </a:prstGeom>
          <a:solidFill>
            <a:schemeClr val="accent1"/>
          </a:solidFill>
          <a:ln w="15875">
            <a:solidFill>
              <a:schemeClr val="bg1"/>
            </a:solidFill>
            <a:prstDash val="solid"/>
          </a:ln>
        </p:spPr>
      </p:sp>
      <p:sp>
        <p:nvSpPr>
          <p:cNvPr id="8" name="!!bt1"/>
          <p:cNvSpPr txBox="1"/>
          <p:nvPr/>
        </p:nvSpPr>
        <p:spPr>
          <a:xfrm>
            <a:off x="1829" y="561807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3604565" y="3445459"/>
            <a:ext cx="786384" cy="786384"/>
          </a:xfrm>
          <a:prstGeom prst="ellipse">
            <a:avLst/>
          </a:prstGeom>
          <a:solidFill>
            <a:schemeClr val="accent1">
              <a:alpha val="28000"/>
            </a:schemeClr>
          </a:solidFill>
          <a:ln/>
        </p:spPr>
      </p:sp>
      <p:sp>
        <p:nvSpPr>
          <p:cNvPr id="10" name="!!bc2"/>
          <p:cNvSpPr/>
          <p:nvPr/>
        </p:nvSpPr>
        <p:spPr>
          <a:xfrm>
            <a:off x="3851453" y="3692347"/>
            <a:ext cx="292608" cy="292608"/>
          </a:xfrm>
          <a:prstGeom prst="ellipse">
            <a:avLst/>
          </a:prstGeom>
          <a:solidFill>
            <a:schemeClr val="accent1"/>
          </a:solidFill>
          <a:ln w="15875">
            <a:solidFill>
              <a:schemeClr val="bg1"/>
            </a:solidFill>
            <a:prstDash val="solid"/>
          </a:ln>
        </p:spPr>
      </p:sp>
      <p:sp>
        <p:nvSpPr>
          <p:cNvPr id="11" name="!!bt2"/>
          <p:cNvSpPr txBox="1"/>
          <p:nvPr/>
        </p:nvSpPr>
        <p:spPr>
          <a:xfrm>
            <a:off x="3851453" y="369234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982358" y="4663440"/>
            <a:ext cx="493776" cy="493776"/>
          </a:xfrm>
          <a:prstGeom prst="ellipse">
            <a:avLst/>
          </a:prstGeom>
          <a:solidFill>
            <a:schemeClr val="accent1">
              <a:alpha val="16000"/>
            </a:schemeClr>
          </a:solidFill>
          <a:ln/>
        </p:spPr>
      </p:sp>
      <p:sp>
        <p:nvSpPr>
          <p:cNvPr id="13" name="!!bc3"/>
          <p:cNvSpPr/>
          <p:nvPr/>
        </p:nvSpPr>
        <p:spPr>
          <a:xfrm>
            <a:off x="7082942" y="4764024"/>
            <a:ext cx="292608" cy="292608"/>
          </a:xfrm>
          <a:prstGeom prst="ellipse">
            <a:avLst/>
          </a:prstGeom>
          <a:solidFill>
            <a:schemeClr val="accent1"/>
          </a:solidFill>
          <a:ln w="15875">
            <a:solidFill>
              <a:schemeClr val="bg1"/>
            </a:solidFill>
            <a:prstDash val="solid"/>
          </a:ln>
        </p:spPr>
      </p:sp>
      <p:sp>
        <p:nvSpPr>
          <p:cNvPr id="14" name="!!bt3"/>
          <p:cNvSpPr txBox="1"/>
          <p:nvPr/>
        </p:nvSpPr>
        <p:spPr>
          <a:xfrm>
            <a:off x="7082942" y="476402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11665915" y="7006133"/>
            <a:ext cx="493776" cy="493776"/>
          </a:xfrm>
          <a:prstGeom prst="ellipse">
            <a:avLst/>
          </a:prstGeom>
          <a:solidFill>
            <a:schemeClr val="accent1">
              <a:alpha val="16000"/>
            </a:schemeClr>
          </a:solidFill>
          <a:ln/>
        </p:spPr>
      </p:sp>
      <p:sp>
        <p:nvSpPr>
          <p:cNvPr id="16" name="!!bc4"/>
          <p:cNvSpPr/>
          <p:nvPr/>
        </p:nvSpPr>
        <p:spPr>
          <a:xfrm>
            <a:off x="11766499" y="7106717"/>
            <a:ext cx="292608" cy="292608"/>
          </a:xfrm>
          <a:prstGeom prst="ellipse">
            <a:avLst/>
          </a:prstGeom>
          <a:solidFill>
            <a:schemeClr val="accent1"/>
          </a:solidFill>
          <a:ln w="15875">
            <a:solidFill>
              <a:schemeClr val="bg1"/>
            </a:solidFill>
            <a:prstDash val="solid"/>
          </a:ln>
        </p:spPr>
      </p:sp>
      <p:sp>
        <p:nvSpPr>
          <p:cNvPr id="17" name="!!bt4"/>
          <p:cNvSpPr txBox="1"/>
          <p:nvPr/>
        </p:nvSpPr>
        <p:spPr>
          <a:xfrm>
            <a:off x="11766499" y="710671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334256" y="7704734"/>
            <a:ext cx="493776" cy="493776"/>
          </a:xfrm>
          <a:prstGeom prst="ellipse">
            <a:avLst/>
          </a:prstGeom>
          <a:solidFill>
            <a:schemeClr val="accent1">
              <a:alpha val="16000"/>
            </a:schemeClr>
          </a:solidFill>
          <a:ln/>
        </p:spPr>
      </p:sp>
      <p:sp>
        <p:nvSpPr>
          <p:cNvPr id="19" name="!!bc5"/>
          <p:cNvSpPr/>
          <p:nvPr/>
        </p:nvSpPr>
        <p:spPr>
          <a:xfrm>
            <a:off x="4434840" y="7805318"/>
            <a:ext cx="292608" cy="292608"/>
          </a:xfrm>
          <a:prstGeom prst="ellipse">
            <a:avLst/>
          </a:prstGeom>
          <a:solidFill>
            <a:schemeClr val="accent1"/>
          </a:solidFill>
          <a:ln w="15875">
            <a:solidFill>
              <a:schemeClr val="bg1"/>
            </a:solidFill>
            <a:prstDash val="solid"/>
          </a:ln>
        </p:spPr>
      </p:sp>
      <p:sp>
        <p:nvSpPr>
          <p:cNvPr id="20" name="!!bt5"/>
          <p:cNvSpPr txBox="1"/>
          <p:nvPr/>
        </p:nvSpPr>
        <p:spPr>
          <a:xfrm>
            <a:off x="4434840" y="780531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pic>
        <p:nvPicPr>
          <p:cNvPr id="21" name="!!mask" descr="/tmp/claude-0/-home-user-sgqy/b70fb111-7300-56ba-abe4-4b6e17d8c33e/scratchpad/assets/v5/mask_window.png">    </p:cNvPr>
          <p:cNvPicPr>
            <a:picLocks noChangeAspect="1"/>
          </p:cNvPicPr>
          <p:nvPr/>
        </p:nvPicPr>
        <p:blipFill>
          <a:blip r:embed="rId2"/>
          <a:stretch>
            <a:fillRect/>
          </a:stretch>
        </p:blipFill>
        <p:spPr>
          <a:xfrm>
            <a:off x="0" y="0"/>
            <a:ext cx="12191695" cy="6858000"/>
          </a:xfrm>
          <a:prstGeom prst="rect">
            <a:avLst/>
          </a:prstGeom>
        </p:spPr>
      </p:pic>
      <p:sp>
        <p:nvSpPr>
          <p:cNvPr id="2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4"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5" name="!!pb0"/>
          <p:cNvSpPr/>
          <p:nvPr/>
        </p:nvSpPr>
        <p:spPr>
          <a:xfrm>
            <a:off x="6949440" y="1920240"/>
            <a:ext cx="701040" cy="64008"/>
          </a:xfrm>
          <a:prstGeom prst="roundRect">
            <a:avLst>
              <a:gd name="adj" fmla="val 50000"/>
            </a:avLst>
          </a:prstGeom>
          <a:solidFill>
            <a:schemeClr val="accent1">
              <a:alpha val="45000"/>
            </a:schemeClr>
          </a:solidFill>
          <a:ln/>
        </p:spPr>
      </p:sp>
      <p:sp>
        <p:nvSpPr>
          <p:cNvPr id="26" name="obj-161">
            <a:hlinkClick r:id="rId3" tooltip="Step 1" action="ppaction://hlinksldjump"/>
          </p:cNvPr>
          <p:cNvSpPr/>
          <p:nvPr/>
        </p:nvSpPr>
        <p:spPr>
          <a:xfrm>
            <a:off x="6949440" y="1810512"/>
            <a:ext cx="701040" cy="274320"/>
          </a:xfrm>
          <a:prstGeom prst="rect">
            <a:avLst/>
          </a:prstGeom>
          <a:solidFill>
            <a:srgbClr val="FFFFFF">
              <a:alpha val="0"/>
            </a:srgbClr>
          </a:solidFill>
          <a:ln/>
        </p:spPr>
      </p:sp>
      <p:sp>
        <p:nvSpPr>
          <p:cNvPr id="27" name="!!pb1"/>
          <p:cNvSpPr/>
          <p:nvPr/>
        </p:nvSpPr>
        <p:spPr>
          <a:xfrm>
            <a:off x="7723632" y="1920240"/>
            <a:ext cx="701040" cy="64008"/>
          </a:xfrm>
          <a:prstGeom prst="roundRect">
            <a:avLst>
              <a:gd name="adj" fmla="val 50000"/>
            </a:avLst>
          </a:prstGeom>
          <a:solidFill>
            <a:schemeClr val="accent1">
              <a:alpha val="45000"/>
            </a:schemeClr>
          </a:solidFill>
          <a:ln/>
        </p:spPr>
      </p:sp>
      <p:sp>
        <p:nvSpPr>
          <p:cNvPr id="28" name="obj-162">
            <a:hlinkClick r:id="rId4" tooltip="Step 2" action="ppaction://hlinksldjump"/>
          </p:cNvPr>
          <p:cNvSpPr/>
          <p:nvPr/>
        </p:nvSpPr>
        <p:spPr>
          <a:xfrm>
            <a:off x="7723632" y="1810512"/>
            <a:ext cx="701040" cy="274320"/>
          </a:xfrm>
          <a:prstGeom prst="rect">
            <a:avLst/>
          </a:prstGeom>
          <a:solidFill>
            <a:srgbClr val="FFFFFF">
              <a:alpha val="0"/>
            </a:srgbClr>
          </a:solidFill>
          <a:ln/>
        </p:spPr>
      </p:sp>
      <p:sp>
        <p:nvSpPr>
          <p:cNvPr id="29" name="!!pb2"/>
          <p:cNvSpPr/>
          <p:nvPr/>
        </p:nvSpPr>
        <p:spPr>
          <a:xfrm>
            <a:off x="8497824" y="1920240"/>
            <a:ext cx="701040" cy="64008"/>
          </a:xfrm>
          <a:prstGeom prst="roundRect">
            <a:avLst>
              <a:gd name="adj" fmla="val 50000"/>
            </a:avLst>
          </a:prstGeom>
          <a:solidFill>
            <a:schemeClr val="accent1"/>
          </a:solidFill>
          <a:ln/>
        </p:spPr>
      </p:sp>
      <p:sp>
        <p:nvSpPr>
          <p:cNvPr id="30" name="obj-163">
            <a:hlinkClick r:id="rId5" tooltip="Step 3" action="ppaction://hlinksldjump"/>
          </p:cNvPr>
          <p:cNvSpPr/>
          <p:nvPr/>
        </p:nvSpPr>
        <p:spPr>
          <a:xfrm>
            <a:off x="8497824" y="1810512"/>
            <a:ext cx="701040" cy="274320"/>
          </a:xfrm>
          <a:prstGeom prst="rect">
            <a:avLst/>
          </a:prstGeom>
          <a:solidFill>
            <a:srgbClr val="FFFFFF">
              <a:alpha val="0"/>
            </a:srgbClr>
          </a:solidFill>
          <a:ln/>
        </p:spPr>
      </p:sp>
      <p:sp>
        <p:nvSpPr>
          <p:cNvPr id="31" name="!!pb3"/>
          <p:cNvSpPr/>
          <p:nvPr/>
        </p:nvSpPr>
        <p:spPr>
          <a:xfrm>
            <a:off x="9272016" y="1920240"/>
            <a:ext cx="701040" cy="64008"/>
          </a:xfrm>
          <a:prstGeom prst="roundRect">
            <a:avLst>
              <a:gd name="adj" fmla="val 50000"/>
            </a:avLst>
          </a:prstGeom>
          <a:solidFill>
            <a:schemeClr val="accent5"/>
          </a:solidFill>
          <a:ln/>
        </p:spPr>
      </p:sp>
      <p:sp>
        <p:nvSpPr>
          <p:cNvPr id="32" name="obj-164">
            <a:hlinkClick r:id="rId6" tooltip="Step 4" action="ppaction://hlinksldjump"/>
          </p:cNvPr>
          <p:cNvSpPr/>
          <p:nvPr/>
        </p:nvSpPr>
        <p:spPr>
          <a:xfrm>
            <a:off x="9272016" y="1810512"/>
            <a:ext cx="701040" cy="274320"/>
          </a:xfrm>
          <a:prstGeom prst="rect">
            <a:avLst/>
          </a:prstGeom>
          <a:solidFill>
            <a:srgbClr val="FFFFFF">
              <a:alpha val="0"/>
            </a:srgbClr>
          </a:solidFill>
          <a:ln/>
        </p:spPr>
      </p:sp>
      <p:sp>
        <p:nvSpPr>
          <p:cNvPr id="33" name="!!pb4"/>
          <p:cNvSpPr/>
          <p:nvPr/>
        </p:nvSpPr>
        <p:spPr>
          <a:xfrm>
            <a:off x="10046208" y="1920240"/>
            <a:ext cx="701040" cy="64008"/>
          </a:xfrm>
          <a:prstGeom prst="roundRect">
            <a:avLst>
              <a:gd name="adj" fmla="val 50000"/>
            </a:avLst>
          </a:prstGeom>
          <a:solidFill>
            <a:schemeClr val="accent5"/>
          </a:solidFill>
          <a:ln/>
        </p:spPr>
      </p:sp>
      <p:sp>
        <p:nvSpPr>
          <p:cNvPr id="34" name="obj-165">
            <a:hlinkClick r:id="rId7" tooltip="Step 5" action="ppaction://hlinksldjump"/>
          </p:cNvPr>
          <p:cNvSpPr/>
          <p:nvPr/>
        </p:nvSpPr>
        <p:spPr>
          <a:xfrm>
            <a:off x="10046208" y="1810512"/>
            <a:ext cx="701040" cy="274320"/>
          </a:xfrm>
          <a:prstGeom prst="rect">
            <a:avLst/>
          </a:prstGeom>
          <a:solidFill>
            <a:srgbClr val="FFFFFF">
              <a:alpha val="0"/>
            </a:srgbClr>
          </a:solidFill>
          <a:ln/>
        </p:spPr>
      </p:sp>
      <p:sp>
        <p:nvSpPr>
          <p:cNvPr id="35" name="!!pb5"/>
          <p:cNvSpPr/>
          <p:nvPr/>
        </p:nvSpPr>
        <p:spPr>
          <a:xfrm>
            <a:off x="10820400" y="1920240"/>
            <a:ext cx="701040" cy="64008"/>
          </a:xfrm>
          <a:prstGeom prst="roundRect">
            <a:avLst>
              <a:gd name="adj" fmla="val 50000"/>
            </a:avLst>
          </a:prstGeom>
          <a:solidFill>
            <a:schemeClr val="accent5"/>
          </a:solidFill>
          <a:ln/>
        </p:spPr>
      </p:sp>
      <p:sp>
        <p:nvSpPr>
          <p:cNvPr id="36" name="obj-166">
            <a:hlinkClick r:id="rId8" tooltip="Step 6" action="ppaction://hlinksldjump"/>
          </p:cNvPr>
          <p:cNvSpPr/>
          <p:nvPr/>
        </p:nvSpPr>
        <p:spPr>
          <a:xfrm>
            <a:off x="10820400" y="1810512"/>
            <a:ext cx="701040" cy="274320"/>
          </a:xfrm>
          <a:prstGeom prst="rect">
            <a:avLst/>
          </a:prstGeom>
          <a:solidFill>
            <a:srgbClr val="FFFFFF">
              <a:alpha val="0"/>
            </a:srgbClr>
          </a:solidFill>
          <a:ln/>
        </p:spPr>
      </p:sp>
      <p:pic>
        <p:nvPicPr>
          <p:cNvPr id="37" name="!!img2" descr="/tmp/claude-0/-home-user-sgqy/b70fb111-7300-56ba-abe4-4b6e17d8c33e/scratchpad/assets/v5/t3.png">    </p:cNvPr>
          <p:cNvPicPr>
            <a:picLocks noChangeAspect="1"/>
          </p:cNvPicPr>
          <p:nvPr/>
        </p:nvPicPr>
        <p:blipFill>
          <a:blip r:embed="rId9"/>
          <a:stretch>
            <a:fillRect/>
          </a:stretch>
        </p:blipFill>
        <p:spPr>
          <a:xfrm>
            <a:off x="6949440" y="2121408"/>
            <a:ext cx="4572000" cy="3180522"/>
          </a:xfrm>
          <a:prstGeom prst="rect">
            <a:avLst/>
          </a:prstGeom>
        </p:spPr>
      </p:pic>
      <p:sp>
        <p:nvSpPr>
          <p:cNvPr id="38" name="c2tva"/>
          <p:cNvSpPr/>
          <p:nvPr/>
        </p:nvSpPr>
        <p:spPr>
          <a:xfrm>
            <a:off x="9875520" y="4296090"/>
            <a:ext cx="1481328" cy="841248"/>
          </a:xfrm>
          <a:prstGeom prst="roundRect">
            <a:avLst>
              <a:gd name="adj" fmla="val 7609"/>
            </a:avLst>
          </a:prstGeom>
          <a:solidFill>
            <a:srgbClr val="0E1B2D"/>
          </a:solidFill>
          <a:ln w="12700">
            <a:solidFill>
              <a:schemeClr val="accent1"/>
            </a:solidFill>
            <a:prstDash val="solid"/>
          </a:ln>
          <a:effectLst>
            <a:outerShdw sx="100000" sy="100000" kx="0" ky="0" algn="bl" rotWithShape="0" blurRad="203200" dist="38100" dir="5400000">
              <a:srgbClr val="0A1628">
                <a:alpha val="10000"/>
              </a:srgbClr>
            </a:outerShdw>
          </a:effectLst>
        </p:spPr>
      </p:sp>
      <p:sp>
        <p:nvSpPr>
          <p:cNvPr id="39" name="c2tvb"/>
          <p:cNvSpPr/>
          <p:nvPr/>
        </p:nvSpPr>
        <p:spPr>
          <a:xfrm>
            <a:off x="9985248" y="4405818"/>
            <a:ext cx="329184" cy="329184"/>
          </a:xfrm>
          <a:prstGeom prst="ellipse">
            <a:avLst/>
          </a:prstGeom>
          <a:solidFill>
            <a:srgbClr val="E7CDB4"/>
          </a:solidFill>
          <a:ln/>
        </p:spPr>
      </p:sp>
      <p:sp>
        <p:nvSpPr>
          <p:cNvPr id="40" name="c2tvc"/>
          <p:cNvSpPr txBox="1"/>
          <p:nvPr/>
        </p:nvSpPr>
        <p:spPr>
          <a:xfrm>
            <a:off x="10387584" y="4396674"/>
            <a:ext cx="914400" cy="182880"/>
          </a:xfrm>
          <a:prstGeom prst="rect">
            <a:avLst/>
          </a:prstGeom>
          <a:noFill/>
          <a:ln/>
        </p:spPr>
        <p:txBody>
          <a:bodyPr wrap="square" lIns="0" tIns="0" rIns="0" bIns="0" rtlCol="0" anchor="ctr"/>
          <a:lstStyle/>
          <a:p>
            <a:pPr indent="0" marL="0">
              <a:buNone/>
            </a:pPr>
            <a:r>
              <a:rPr lang="en-US" sz="1100" b="1" dirty="0">
                <a:solidFill>
                  <a:srgbClr val="FFFFFF"/>
                </a:solidFill>
              </a:rPr>
              <a:t>TAN M. Y.</a:t>
            </a:r>
            <a:endParaRPr lang="en-US" sz="1100" dirty="0"/>
          </a:p>
        </p:txBody>
      </p:sp>
      <p:sp>
        <p:nvSpPr>
          <p:cNvPr id="41" name="c2tvd"/>
          <p:cNvSpPr txBox="1"/>
          <p:nvPr/>
        </p:nvSpPr>
        <p:spPr>
          <a:xfrm>
            <a:off x="10387584" y="4579554"/>
            <a:ext cx="914400" cy="155448"/>
          </a:xfrm>
          <a:prstGeom prst="rect">
            <a:avLst/>
          </a:prstGeom>
          <a:noFill/>
          <a:ln/>
        </p:spPr>
        <p:txBody>
          <a:bodyPr wrap="square" lIns="0" tIns="0" rIns="0" bIns="0" rtlCol="0" anchor="ctr"/>
          <a:lstStyle/>
          <a:p>
            <a:pPr indent="0" marL="0">
              <a:buNone/>
            </a:pPr>
            <a:r>
              <a:rPr lang="en-US" sz="900" dirty="0">
                <a:solidFill>
                  <a:srgbClr val="9AA8BC"/>
                </a:solidFill>
              </a:rPr>
              <a:t>SQ 322 · B12</a:t>
            </a:r>
            <a:endParaRPr lang="en-US" sz="900" dirty="0"/>
          </a:p>
        </p:txBody>
      </p:sp>
      <p:sp>
        <p:nvSpPr>
          <p:cNvPr id="42" name="c2tve"/>
          <p:cNvSpPr/>
          <p:nvPr/>
        </p:nvSpPr>
        <p:spPr>
          <a:xfrm>
            <a:off x="9985248" y="4844730"/>
            <a:ext cx="1261872" cy="201168"/>
          </a:xfrm>
          <a:prstGeom prst="roundRect">
            <a:avLst>
              <a:gd name="adj" fmla="val 50000"/>
            </a:avLst>
          </a:prstGeom>
          <a:solidFill>
            <a:schemeClr val="accent2"/>
          </a:solidFill>
          <a:ln/>
        </p:spPr>
      </p:sp>
      <p:sp>
        <p:nvSpPr>
          <p:cNvPr id="43" name="c2tvf"/>
          <p:cNvSpPr txBox="1"/>
          <p:nvPr/>
        </p:nvSpPr>
        <p:spPr>
          <a:xfrm>
            <a:off x="9985248" y="4844730"/>
            <a:ext cx="1261872" cy="201168"/>
          </a:xfrm>
          <a:prstGeom prst="rect">
            <a:avLst/>
          </a:prstGeom>
          <a:noFill/>
          <a:ln/>
        </p:spPr>
        <p:txBody>
          <a:bodyPr wrap="square" lIns="0" tIns="0" rIns="0" bIns="0" rtlCol="0" anchor="ctr"/>
          <a:lstStyle/>
          <a:p>
            <a:pPr algn="ctr" indent="0" marL="0">
              <a:buNone/>
            </a:pPr>
            <a:r>
              <a:rPr lang="en-US" sz="1000" b="1" spc="150" kern="0" dirty="0">
                <a:solidFill>
                  <a:srgbClr val="FFFFFF"/>
                </a:solidFill>
              </a:rPr>
              <a:t>CLEARED</a:t>
            </a:r>
            <a:endParaRPr lang="en-US" sz="1000" dirty="0"/>
          </a:p>
        </p:txBody>
      </p:sp>
      <p:sp>
        <p:nvSpPr>
          <p:cNvPr id="44" name="c2l"/>
          <p:cNvSpPr txBox="1"/>
          <p:nvPr/>
        </p:nvSpPr>
        <p:spPr>
          <a:xfrm>
            <a:off x="6949440" y="5429946"/>
            <a:ext cx="4572000" cy="237744"/>
          </a:xfrm>
          <a:prstGeom prst="rect">
            <a:avLst/>
          </a:prstGeom>
          <a:noFill/>
          <a:ln/>
        </p:spPr>
        <p:txBody>
          <a:bodyPr wrap="square" lIns="0" tIns="0" rIns="0" bIns="0" rtlCol="0" anchor="ctr"/>
          <a:lstStyle/>
          <a:p>
            <a:pPr indent="0" marL="0">
              <a:buNone/>
            </a:pPr>
            <a:r>
              <a:rPr lang="en-US" sz="1100" b="1" spc="200" kern="0" dirty="0">
                <a:solidFill>
                  <a:schemeClr val="accent1"/>
                </a:solidFill>
              </a:rPr>
              <a:t>STEP 3 OF 6  ·  WALK THROUGH</a:t>
            </a:r>
            <a:endParaRPr lang="en-US" sz="1100" dirty="0"/>
          </a:p>
        </p:txBody>
      </p:sp>
      <p:sp>
        <p:nvSpPr>
          <p:cNvPr id="45" name="c2n"/>
          <p:cNvSpPr txBox="1"/>
          <p:nvPr/>
        </p:nvSpPr>
        <p:spPr>
          <a:xfrm>
            <a:off x="6949440" y="5685978"/>
            <a:ext cx="4572000" cy="365760"/>
          </a:xfrm>
          <a:prstGeom prst="rect">
            <a:avLst/>
          </a:prstGeom>
          <a:noFill/>
          <a:ln/>
        </p:spPr>
        <p:txBody>
          <a:bodyPr wrap="square" lIns="0" tIns="0" rIns="0" bIns="0" rtlCol="0" anchor="ctr"/>
          <a:lstStyle/>
          <a:p>
            <a:pPr indent="0" marL="0">
              <a:buNone/>
            </a:pPr>
            <a:r>
              <a:rPr lang="en-US" sz="2000" b="1" dirty="0">
                <a:solidFill>
                  <a:schemeClr val="tx1"/>
                </a:solidFill>
              </a:rPr>
              <a:t>FastPass Biometric E-Gate</a:t>
            </a:r>
            <a:endParaRPr lang="en-US" sz="2000" dirty="0"/>
          </a:p>
        </p:txBody>
      </p:sp>
      <p:sp>
        <p:nvSpPr>
          <p:cNvPr id="46" name="c2d"/>
          <p:cNvSpPr txBox="1"/>
          <p:nvPr/>
        </p:nvSpPr>
        <p:spPr>
          <a:xfrm>
            <a:off x="6949440" y="6070026"/>
            <a:ext cx="4572000" cy="274320"/>
          </a:xfrm>
          <a:prstGeom prst="rect">
            <a:avLst/>
          </a:prstGeom>
          <a:noFill/>
          <a:ln/>
        </p:spPr>
        <p:txBody>
          <a:bodyPr wrap="square" lIns="0" tIns="0" rIns="0" bIns="0" rtlCol="0" anchor="ctr"/>
          <a:lstStyle/>
          <a:p>
            <a:pPr indent="0" marL="0">
              <a:buNone/>
            </a:pPr>
            <a:r>
              <a:rPr lang="en-US" sz="1300" dirty="0">
                <a:solidFill>
                  <a:schemeClr val="tx2"/>
                </a:solidFill>
              </a:rPr>
              <a:t>Face matched on the move. Status TV shows “Cleared”.</a:t>
            </a:r>
            <a:endParaRPr lang="en-US" sz="1300" dirty="0"/>
          </a:p>
        </p:txBody>
      </p:sp>
      <p:sp>
        <p:nvSpPr>
          <p:cNvPr id="47"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13</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10332720" y="-3977640"/>
            <a:ext cx="24383390" cy="13716000"/>
          </a:xfrm>
          <a:prstGeom prst="rect">
            <a:avLst/>
          </a:prstGeom>
        </p:spPr>
      </p:pic>
      <p:sp>
        <p:nvSpPr>
          <p:cNvPr id="3" name="!!bh0"/>
          <p:cNvSpPr/>
          <p:nvPr/>
        </p:nvSpPr>
        <p:spPr>
          <a:xfrm>
            <a:off x="-6867144" y="5928970"/>
            <a:ext cx="493776" cy="493776"/>
          </a:xfrm>
          <a:prstGeom prst="ellipse">
            <a:avLst/>
          </a:prstGeom>
          <a:solidFill>
            <a:schemeClr val="accent1">
              <a:alpha val="16000"/>
            </a:schemeClr>
          </a:solidFill>
          <a:ln/>
        </p:spPr>
      </p:sp>
      <p:sp>
        <p:nvSpPr>
          <p:cNvPr id="4" name="!!bc0"/>
          <p:cNvSpPr/>
          <p:nvPr/>
        </p:nvSpPr>
        <p:spPr>
          <a:xfrm>
            <a:off x="-6766560" y="6029554"/>
            <a:ext cx="292608" cy="292608"/>
          </a:xfrm>
          <a:prstGeom prst="ellipse">
            <a:avLst/>
          </a:prstGeom>
          <a:solidFill>
            <a:schemeClr val="accent1"/>
          </a:solidFill>
          <a:ln w="15875">
            <a:solidFill>
              <a:schemeClr val="bg1"/>
            </a:solidFill>
            <a:prstDash val="solid"/>
          </a:ln>
        </p:spPr>
      </p:sp>
      <p:sp>
        <p:nvSpPr>
          <p:cNvPr id="5" name="!!bt0"/>
          <p:cNvSpPr txBox="1"/>
          <p:nvPr/>
        </p:nvSpPr>
        <p:spPr>
          <a:xfrm>
            <a:off x="-6766560" y="602955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4579315" y="4785970"/>
            <a:ext cx="493776" cy="493776"/>
          </a:xfrm>
          <a:prstGeom prst="ellipse">
            <a:avLst/>
          </a:prstGeom>
          <a:solidFill>
            <a:schemeClr val="accent1">
              <a:alpha val="16000"/>
            </a:schemeClr>
          </a:solidFill>
          <a:ln/>
        </p:spPr>
      </p:sp>
      <p:sp>
        <p:nvSpPr>
          <p:cNvPr id="7" name="!!bc1"/>
          <p:cNvSpPr/>
          <p:nvPr/>
        </p:nvSpPr>
        <p:spPr>
          <a:xfrm>
            <a:off x="-4478731" y="4886554"/>
            <a:ext cx="292608" cy="292608"/>
          </a:xfrm>
          <a:prstGeom prst="ellipse">
            <a:avLst/>
          </a:prstGeom>
          <a:solidFill>
            <a:schemeClr val="accent1"/>
          </a:solidFill>
          <a:ln w="15875">
            <a:solidFill>
              <a:schemeClr val="bg1"/>
            </a:solidFill>
            <a:prstDash val="solid"/>
          </a:ln>
        </p:spPr>
      </p:sp>
      <p:sp>
        <p:nvSpPr>
          <p:cNvPr id="8" name="!!bt1"/>
          <p:cNvSpPr txBox="1"/>
          <p:nvPr/>
        </p:nvSpPr>
        <p:spPr>
          <a:xfrm>
            <a:off x="-4478731" y="488655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729691" y="2860243"/>
            <a:ext cx="493776" cy="493776"/>
          </a:xfrm>
          <a:prstGeom prst="ellipse">
            <a:avLst/>
          </a:prstGeom>
          <a:solidFill>
            <a:schemeClr val="accent1">
              <a:alpha val="16000"/>
            </a:schemeClr>
          </a:solidFill>
          <a:ln/>
        </p:spPr>
      </p:sp>
      <p:sp>
        <p:nvSpPr>
          <p:cNvPr id="10" name="!!bc2"/>
          <p:cNvSpPr/>
          <p:nvPr/>
        </p:nvSpPr>
        <p:spPr>
          <a:xfrm>
            <a:off x="-629107" y="2960827"/>
            <a:ext cx="292608" cy="292608"/>
          </a:xfrm>
          <a:prstGeom prst="ellipse">
            <a:avLst/>
          </a:prstGeom>
          <a:solidFill>
            <a:schemeClr val="accent1"/>
          </a:solidFill>
          <a:ln w="15875">
            <a:solidFill>
              <a:schemeClr val="bg1"/>
            </a:solidFill>
            <a:prstDash val="solid"/>
          </a:ln>
        </p:spPr>
      </p:sp>
      <p:sp>
        <p:nvSpPr>
          <p:cNvPr id="11" name="!!bt2"/>
          <p:cNvSpPr txBox="1"/>
          <p:nvPr/>
        </p:nvSpPr>
        <p:spPr>
          <a:xfrm>
            <a:off x="-629107" y="296082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2355494" y="3785616"/>
            <a:ext cx="786384" cy="786384"/>
          </a:xfrm>
          <a:prstGeom prst="ellipse">
            <a:avLst/>
          </a:prstGeom>
          <a:solidFill>
            <a:schemeClr val="accent1">
              <a:alpha val="28000"/>
            </a:schemeClr>
          </a:solidFill>
          <a:ln/>
        </p:spPr>
      </p:sp>
      <p:sp>
        <p:nvSpPr>
          <p:cNvPr id="13" name="!!bc3"/>
          <p:cNvSpPr/>
          <p:nvPr/>
        </p:nvSpPr>
        <p:spPr>
          <a:xfrm>
            <a:off x="2602382" y="4032504"/>
            <a:ext cx="292608" cy="292608"/>
          </a:xfrm>
          <a:prstGeom prst="ellipse">
            <a:avLst/>
          </a:prstGeom>
          <a:solidFill>
            <a:schemeClr val="accent1"/>
          </a:solidFill>
          <a:ln w="15875">
            <a:solidFill>
              <a:schemeClr val="bg1"/>
            </a:solidFill>
            <a:prstDash val="solid"/>
          </a:ln>
        </p:spPr>
      </p:sp>
      <p:sp>
        <p:nvSpPr>
          <p:cNvPr id="14" name="!!bt3"/>
          <p:cNvSpPr txBox="1"/>
          <p:nvPr/>
        </p:nvSpPr>
        <p:spPr>
          <a:xfrm>
            <a:off x="2602382" y="403250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7185355" y="6274613"/>
            <a:ext cx="493776" cy="493776"/>
          </a:xfrm>
          <a:prstGeom prst="ellipse">
            <a:avLst/>
          </a:prstGeom>
          <a:solidFill>
            <a:schemeClr val="accent1">
              <a:alpha val="16000"/>
            </a:schemeClr>
          </a:solidFill>
          <a:ln/>
        </p:spPr>
      </p:sp>
      <p:sp>
        <p:nvSpPr>
          <p:cNvPr id="16" name="!!bc4"/>
          <p:cNvSpPr/>
          <p:nvPr/>
        </p:nvSpPr>
        <p:spPr>
          <a:xfrm>
            <a:off x="7285939" y="6375197"/>
            <a:ext cx="292608" cy="292608"/>
          </a:xfrm>
          <a:prstGeom prst="ellipse">
            <a:avLst/>
          </a:prstGeom>
          <a:solidFill>
            <a:schemeClr val="accent1"/>
          </a:solidFill>
          <a:ln w="15875">
            <a:solidFill>
              <a:schemeClr val="bg1"/>
            </a:solidFill>
            <a:prstDash val="solid"/>
          </a:ln>
        </p:spPr>
      </p:sp>
      <p:sp>
        <p:nvSpPr>
          <p:cNvPr id="17" name="!!bt4"/>
          <p:cNvSpPr txBox="1"/>
          <p:nvPr/>
        </p:nvSpPr>
        <p:spPr>
          <a:xfrm>
            <a:off x="7285939" y="637519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146304" y="6973214"/>
            <a:ext cx="493776" cy="493776"/>
          </a:xfrm>
          <a:prstGeom prst="ellipse">
            <a:avLst/>
          </a:prstGeom>
          <a:solidFill>
            <a:schemeClr val="accent1">
              <a:alpha val="16000"/>
            </a:schemeClr>
          </a:solidFill>
          <a:ln/>
        </p:spPr>
      </p:sp>
      <p:sp>
        <p:nvSpPr>
          <p:cNvPr id="19" name="!!bc5"/>
          <p:cNvSpPr/>
          <p:nvPr/>
        </p:nvSpPr>
        <p:spPr>
          <a:xfrm>
            <a:off x="-45720" y="7073798"/>
            <a:ext cx="292608" cy="292608"/>
          </a:xfrm>
          <a:prstGeom prst="ellipse">
            <a:avLst/>
          </a:prstGeom>
          <a:solidFill>
            <a:schemeClr val="accent1"/>
          </a:solidFill>
          <a:ln w="15875">
            <a:solidFill>
              <a:schemeClr val="bg1"/>
            </a:solidFill>
            <a:prstDash val="solid"/>
          </a:ln>
        </p:spPr>
      </p:sp>
      <p:sp>
        <p:nvSpPr>
          <p:cNvPr id="20" name="!!bt5"/>
          <p:cNvSpPr txBox="1"/>
          <p:nvPr/>
        </p:nvSpPr>
        <p:spPr>
          <a:xfrm>
            <a:off x="-45720" y="707379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pic>
        <p:nvPicPr>
          <p:cNvPr id="21" name="!!mask" descr="/tmp/claude-0/-home-user-sgqy/b70fb111-7300-56ba-abe4-4b6e17d8c33e/scratchpad/assets/v5/mask_window.png">    </p:cNvPr>
          <p:cNvPicPr>
            <a:picLocks noChangeAspect="1"/>
          </p:cNvPicPr>
          <p:nvPr/>
        </p:nvPicPr>
        <p:blipFill>
          <a:blip r:embed="rId2"/>
          <a:stretch>
            <a:fillRect/>
          </a:stretch>
        </p:blipFill>
        <p:spPr>
          <a:xfrm>
            <a:off x="0" y="0"/>
            <a:ext cx="12191695" cy="6858000"/>
          </a:xfrm>
          <a:prstGeom prst="rect">
            <a:avLst/>
          </a:prstGeom>
        </p:spPr>
      </p:pic>
      <p:sp>
        <p:nvSpPr>
          <p:cNvPr id="2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4"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5" name="!!pb0"/>
          <p:cNvSpPr/>
          <p:nvPr/>
        </p:nvSpPr>
        <p:spPr>
          <a:xfrm>
            <a:off x="6949440" y="1920240"/>
            <a:ext cx="701040" cy="64008"/>
          </a:xfrm>
          <a:prstGeom prst="roundRect">
            <a:avLst>
              <a:gd name="adj" fmla="val 50000"/>
            </a:avLst>
          </a:prstGeom>
          <a:solidFill>
            <a:schemeClr val="accent1">
              <a:alpha val="45000"/>
            </a:schemeClr>
          </a:solidFill>
          <a:ln/>
        </p:spPr>
      </p:sp>
      <p:sp>
        <p:nvSpPr>
          <p:cNvPr id="26" name="obj-167">
            <a:hlinkClick r:id="rId3" tooltip="Step 1" action="ppaction://hlinksldjump"/>
          </p:cNvPr>
          <p:cNvSpPr/>
          <p:nvPr/>
        </p:nvSpPr>
        <p:spPr>
          <a:xfrm>
            <a:off x="6949440" y="1810512"/>
            <a:ext cx="701040" cy="274320"/>
          </a:xfrm>
          <a:prstGeom prst="rect">
            <a:avLst/>
          </a:prstGeom>
          <a:solidFill>
            <a:srgbClr val="FFFFFF">
              <a:alpha val="0"/>
            </a:srgbClr>
          </a:solidFill>
          <a:ln/>
        </p:spPr>
      </p:sp>
      <p:sp>
        <p:nvSpPr>
          <p:cNvPr id="27" name="!!pb1"/>
          <p:cNvSpPr/>
          <p:nvPr/>
        </p:nvSpPr>
        <p:spPr>
          <a:xfrm>
            <a:off x="7723632" y="1920240"/>
            <a:ext cx="701040" cy="64008"/>
          </a:xfrm>
          <a:prstGeom prst="roundRect">
            <a:avLst>
              <a:gd name="adj" fmla="val 50000"/>
            </a:avLst>
          </a:prstGeom>
          <a:solidFill>
            <a:schemeClr val="accent1">
              <a:alpha val="45000"/>
            </a:schemeClr>
          </a:solidFill>
          <a:ln/>
        </p:spPr>
      </p:sp>
      <p:sp>
        <p:nvSpPr>
          <p:cNvPr id="28" name="obj-168">
            <a:hlinkClick r:id="rId4" tooltip="Step 2" action="ppaction://hlinksldjump"/>
          </p:cNvPr>
          <p:cNvSpPr/>
          <p:nvPr/>
        </p:nvSpPr>
        <p:spPr>
          <a:xfrm>
            <a:off x="7723632" y="1810512"/>
            <a:ext cx="701040" cy="274320"/>
          </a:xfrm>
          <a:prstGeom prst="rect">
            <a:avLst/>
          </a:prstGeom>
          <a:solidFill>
            <a:srgbClr val="FFFFFF">
              <a:alpha val="0"/>
            </a:srgbClr>
          </a:solidFill>
          <a:ln/>
        </p:spPr>
      </p:sp>
      <p:sp>
        <p:nvSpPr>
          <p:cNvPr id="29" name="!!pb2"/>
          <p:cNvSpPr/>
          <p:nvPr/>
        </p:nvSpPr>
        <p:spPr>
          <a:xfrm>
            <a:off x="8497824" y="1920240"/>
            <a:ext cx="701040" cy="64008"/>
          </a:xfrm>
          <a:prstGeom prst="roundRect">
            <a:avLst>
              <a:gd name="adj" fmla="val 50000"/>
            </a:avLst>
          </a:prstGeom>
          <a:solidFill>
            <a:schemeClr val="accent1">
              <a:alpha val="45000"/>
            </a:schemeClr>
          </a:solidFill>
          <a:ln/>
        </p:spPr>
      </p:sp>
      <p:sp>
        <p:nvSpPr>
          <p:cNvPr id="30" name="obj-169">
            <a:hlinkClick r:id="rId5" tooltip="Step 3" action="ppaction://hlinksldjump"/>
          </p:cNvPr>
          <p:cNvSpPr/>
          <p:nvPr/>
        </p:nvSpPr>
        <p:spPr>
          <a:xfrm>
            <a:off x="8497824" y="1810512"/>
            <a:ext cx="701040" cy="274320"/>
          </a:xfrm>
          <a:prstGeom prst="rect">
            <a:avLst/>
          </a:prstGeom>
          <a:solidFill>
            <a:srgbClr val="FFFFFF">
              <a:alpha val="0"/>
            </a:srgbClr>
          </a:solidFill>
          <a:ln/>
        </p:spPr>
      </p:sp>
      <p:sp>
        <p:nvSpPr>
          <p:cNvPr id="31" name="!!pb3"/>
          <p:cNvSpPr/>
          <p:nvPr/>
        </p:nvSpPr>
        <p:spPr>
          <a:xfrm>
            <a:off x="9272016" y="1920240"/>
            <a:ext cx="701040" cy="64008"/>
          </a:xfrm>
          <a:prstGeom prst="roundRect">
            <a:avLst>
              <a:gd name="adj" fmla="val 50000"/>
            </a:avLst>
          </a:prstGeom>
          <a:solidFill>
            <a:schemeClr val="accent1"/>
          </a:solidFill>
          <a:ln/>
        </p:spPr>
      </p:sp>
      <p:sp>
        <p:nvSpPr>
          <p:cNvPr id="32" name="obj-170">
            <a:hlinkClick r:id="rId6" tooltip="Step 4" action="ppaction://hlinksldjump"/>
          </p:cNvPr>
          <p:cNvSpPr/>
          <p:nvPr/>
        </p:nvSpPr>
        <p:spPr>
          <a:xfrm>
            <a:off x="9272016" y="1810512"/>
            <a:ext cx="701040" cy="274320"/>
          </a:xfrm>
          <a:prstGeom prst="rect">
            <a:avLst/>
          </a:prstGeom>
          <a:solidFill>
            <a:srgbClr val="FFFFFF">
              <a:alpha val="0"/>
            </a:srgbClr>
          </a:solidFill>
          <a:ln/>
        </p:spPr>
      </p:sp>
      <p:sp>
        <p:nvSpPr>
          <p:cNvPr id="33" name="!!pb4"/>
          <p:cNvSpPr/>
          <p:nvPr/>
        </p:nvSpPr>
        <p:spPr>
          <a:xfrm>
            <a:off x="10046208" y="1920240"/>
            <a:ext cx="701040" cy="64008"/>
          </a:xfrm>
          <a:prstGeom prst="roundRect">
            <a:avLst>
              <a:gd name="adj" fmla="val 50000"/>
            </a:avLst>
          </a:prstGeom>
          <a:solidFill>
            <a:schemeClr val="accent5"/>
          </a:solidFill>
          <a:ln/>
        </p:spPr>
      </p:sp>
      <p:sp>
        <p:nvSpPr>
          <p:cNvPr id="34" name="obj-171">
            <a:hlinkClick r:id="rId7" tooltip="Step 5" action="ppaction://hlinksldjump"/>
          </p:cNvPr>
          <p:cNvSpPr/>
          <p:nvPr/>
        </p:nvSpPr>
        <p:spPr>
          <a:xfrm>
            <a:off x="10046208" y="1810512"/>
            <a:ext cx="701040" cy="274320"/>
          </a:xfrm>
          <a:prstGeom prst="rect">
            <a:avLst/>
          </a:prstGeom>
          <a:solidFill>
            <a:srgbClr val="FFFFFF">
              <a:alpha val="0"/>
            </a:srgbClr>
          </a:solidFill>
          <a:ln/>
        </p:spPr>
      </p:sp>
      <p:sp>
        <p:nvSpPr>
          <p:cNvPr id="35" name="!!pb5"/>
          <p:cNvSpPr/>
          <p:nvPr/>
        </p:nvSpPr>
        <p:spPr>
          <a:xfrm>
            <a:off x="10820400" y="1920240"/>
            <a:ext cx="701040" cy="64008"/>
          </a:xfrm>
          <a:prstGeom prst="roundRect">
            <a:avLst>
              <a:gd name="adj" fmla="val 50000"/>
            </a:avLst>
          </a:prstGeom>
          <a:solidFill>
            <a:schemeClr val="accent5"/>
          </a:solidFill>
          <a:ln/>
        </p:spPr>
      </p:sp>
      <p:sp>
        <p:nvSpPr>
          <p:cNvPr id="36" name="obj-172">
            <a:hlinkClick r:id="rId8" tooltip="Step 6" action="ppaction://hlinksldjump"/>
          </p:cNvPr>
          <p:cNvSpPr/>
          <p:nvPr/>
        </p:nvSpPr>
        <p:spPr>
          <a:xfrm>
            <a:off x="10820400" y="1810512"/>
            <a:ext cx="701040" cy="274320"/>
          </a:xfrm>
          <a:prstGeom prst="rect">
            <a:avLst/>
          </a:prstGeom>
          <a:solidFill>
            <a:srgbClr val="FFFFFF">
              <a:alpha val="0"/>
            </a:srgbClr>
          </a:solidFill>
          <a:ln/>
        </p:spPr>
      </p:sp>
      <p:pic>
        <p:nvPicPr>
          <p:cNvPr id="37" name="!!img3" descr="/tmp/claude-0/-home-user-sgqy/b70fb111-7300-56ba-abe4-4b6e17d8c33e/scratchpad/assets/v5/t4.png">    </p:cNvPr>
          <p:cNvPicPr>
            <a:picLocks noChangeAspect="1"/>
          </p:cNvPicPr>
          <p:nvPr/>
        </p:nvPicPr>
        <p:blipFill>
          <a:blip r:embed="rId9"/>
          <a:stretch>
            <a:fillRect/>
          </a:stretch>
        </p:blipFill>
        <p:spPr>
          <a:xfrm>
            <a:off x="6949440" y="2121408"/>
            <a:ext cx="4572000" cy="3180522"/>
          </a:xfrm>
          <a:prstGeom prst="rect">
            <a:avLst/>
          </a:prstGeom>
        </p:spPr>
      </p:pic>
      <p:sp>
        <p:nvSpPr>
          <p:cNvPr id="38" name="c3l"/>
          <p:cNvSpPr txBox="1"/>
          <p:nvPr/>
        </p:nvSpPr>
        <p:spPr>
          <a:xfrm>
            <a:off x="6949440" y="5429946"/>
            <a:ext cx="4572000" cy="237744"/>
          </a:xfrm>
          <a:prstGeom prst="rect">
            <a:avLst/>
          </a:prstGeom>
          <a:noFill/>
          <a:ln/>
        </p:spPr>
        <p:txBody>
          <a:bodyPr wrap="square" lIns="0" tIns="0" rIns="0" bIns="0" rtlCol="0" anchor="ctr"/>
          <a:lstStyle/>
          <a:p>
            <a:pPr indent="0" marL="0">
              <a:buNone/>
            </a:pPr>
            <a:r>
              <a:rPr lang="en-US" sz="1100" b="1" spc="200" kern="0" dirty="0">
                <a:solidFill>
                  <a:schemeClr val="accent1"/>
                </a:solidFill>
              </a:rPr>
              <a:t>STEP 4 OF 6  ·  PRE-SCREEN</a:t>
            </a:r>
            <a:endParaRPr lang="en-US" sz="1100" dirty="0"/>
          </a:p>
        </p:txBody>
      </p:sp>
      <p:sp>
        <p:nvSpPr>
          <p:cNvPr id="39" name="c3n"/>
          <p:cNvSpPr txBox="1"/>
          <p:nvPr/>
        </p:nvSpPr>
        <p:spPr>
          <a:xfrm>
            <a:off x="6949440" y="5685978"/>
            <a:ext cx="4572000" cy="365760"/>
          </a:xfrm>
          <a:prstGeom prst="rect">
            <a:avLst/>
          </a:prstGeom>
          <a:noFill/>
          <a:ln/>
        </p:spPr>
        <p:txBody>
          <a:bodyPr wrap="square" lIns="0" tIns="0" rIns="0" bIns="0" rtlCol="0" anchor="ctr"/>
          <a:lstStyle/>
          <a:p>
            <a:pPr indent="0" marL="0">
              <a:buNone/>
            </a:pPr>
            <a:r>
              <a:rPr lang="en-US" sz="2000" b="1" dirty="0">
                <a:solidFill>
                  <a:schemeClr val="tx1"/>
                </a:solidFill>
              </a:rPr>
              <a:t>Pre-Screening Profile Check</a:t>
            </a:r>
            <a:endParaRPr lang="en-US" sz="2000" dirty="0"/>
          </a:p>
        </p:txBody>
      </p:sp>
      <p:sp>
        <p:nvSpPr>
          <p:cNvPr id="40" name="c3d"/>
          <p:cNvSpPr txBox="1"/>
          <p:nvPr/>
        </p:nvSpPr>
        <p:spPr>
          <a:xfrm>
            <a:off x="6949440" y="6070026"/>
            <a:ext cx="4572000" cy="274320"/>
          </a:xfrm>
          <a:prstGeom prst="rect">
            <a:avLst/>
          </a:prstGeom>
          <a:noFill/>
          <a:ln/>
        </p:spPr>
        <p:txBody>
          <a:bodyPr wrap="square" lIns="0" tIns="0" rIns="0" bIns="0" rtlCol="0" anchor="ctr"/>
          <a:lstStyle/>
          <a:p>
            <a:pPr indent="0" marL="0">
              <a:buNone/>
            </a:pPr>
            <a:r>
              <a:rPr lang="en-US" sz="1300" dirty="0">
                <a:solidFill>
                  <a:schemeClr val="tx2"/>
                </a:solidFill>
              </a:rPr>
              <a:t>The Nova Plus reader confirms identity before X-ray.</a:t>
            </a:r>
            <a:endParaRPr lang="en-US" sz="1300" dirty="0"/>
          </a:p>
        </p:txBody>
      </p:sp>
      <p:sp>
        <p:nvSpPr>
          <p:cNvPr id="41"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14</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15361920" y="-5989320"/>
            <a:ext cx="24383390" cy="13716000"/>
          </a:xfrm>
          <a:prstGeom prst="rect">
            <a:avLst/>
          </a:prstGeom>
        </p:spPr>
      </p:pic>
      <p:sp>
        <p:nvSpPr>
          <p:cNvPr id="3" name="!!bh0"/>
          <p:cNvSpPr/>
          <p:nvPr/>
        </p:nvSpPr>
        <p:spPr>
          <a:xfrm>
            <a:off x="-11896344" y="3917290"/>
            <a:ext cx="493776" cy="493776"/>
          </a:xfrm>
          <a:prstGeom prst="ellipse">
            <a:avLst/>
          </a:prstGeom>
          <a:solidFill>
            <a:schemeClr val="accent1">
              <a:alpha val="16000"/>
            </a:schemeClr>
          </a:solidFill>
          <a:ln/>
        </p:spPr>
      </p:sp>
      <p:sp>
        <p:nvSpPr>
          <p:cNvPr id="4" name="!!bc0"/>
          <p:cNvSpPr/>
          <p:nvPr/>
        </p:nvSpPr>
        <p:spPr>
          <a:xfrm>
            <a:off x="-11795760" y="4017874"/>
            <a:ext cx="292608" cy="292608"/>
          </a:xfrm>
          <a:prstGeom prst="ellipse">
            <a:avLst/>
          </a:prstGeom>
          <a:solidFill>
            <a:schemeClr val="accent1"/>
          </a:solidFill>
          <a:ln w="15875">
            <a:solidFill>
              <a:schemeClr val="bg1"/>
            </a:solidFill>
            <a:prstDash val="solid"/>
          </a:ln>
        </p:spPr>
      </p:sp>
      <p:sp>
        <p:nvSpPr>
          <p:cNvPr id="5" name="!!bt0"/>
          <p:cNvSpPr txBox="1"/>
          <p:nvPr/>
        </p:nvSpPr>
        <p:spPr>
          <a:xfrm>
            <a:off x="-11795760" y="401787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9608515" y="2774290"/>
            <a:ext cx="493776" cy="493776"/>
          </a:xfrm>
          <a:prstGeom prst="ellipse">
            <a:avLst/>
          </a:prstGeom>
          <a:solidFill>
            <a:schemeClr val="accent1">
              <a:alpha val="16000"/>
            </a:schemeClr>
          </a:solidFill>
          <a:ln/>
        </p:spPr>
      </p:sp>
      <p:sp>
        <p:nvSpPr>
          <p:cNvPr id="7" name="!!bc1"/>
          <p:cNvSpPr/>
          <p:nvPr/>
        </p:nvSpPr>
        <p:spPr>
          <a:xfrm>
            <a:off x="-9507931" y="2874874"/>
            <a:ext cx="292608" cy="292608"/>
          </a:xfrm>
          <a:prstGeom prst="ellipse">
            <a:avLst/>
          </a:prstGeom>
          <a:solidFill>
            <a:schemeClr val="accent1"/>
          </a:solidFill>
          <a:ln w="15875">
            <a:solidFill>
              <a:schemeClr val="bg1"/>
            </a:solidFill>
            <a:prstDash val="solid"/>
          </a:ln>
        </p:spPr>
      </p:sp>
      <p:sp>
        <p:nvSpPr>
          <p:cNvPr id="8" name="!!bt1"/>
          <p:cNvSpPr txBox="1"/>
          <p:nvPr/>
        </p:nvSpPr>
        <p:spPr>
          <a:xfrm>
            <a:off x="-9507931" y="287487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5758891" y="848563"/>
            <a:ext cx="493776" cy="493776"/>
          </a:xfrm>
          <a:prstGeom prst="ellipse">
            <a:avLst/>
          </a:prstGeom>
          <a:solidFill>
            <a:schemeClr val="accent1">
              <a:alpha val="16000"/>
            </a:schemeClr>
          </a:solidFill>
          <a:ln/>
        </p:spPr>
      </p:sp>
      <p:sp>
        <p:nvSpPr>
          <p:cNvPr id="10" name="!!bc2"/>
          <p:cNvSpPr/>
          <p:nvPr/>
        </p:nvSpPr>
        <p:spPr>
          <a:xfrm>
            <a:off x="-5658307" y="949147"/>
            <a:ext cx="292608" cy="292608"/>
          </a:xfrm>
          <a:prstGeom prst="ellipse">
            <a:avLst/>
          </a:prstGeom>
          <a:solidFill>
            <a:schemeClr val="accent1"/>
          </a:solidFill>
          <a:ln w="15875">
            <a:solidFill>
              <a:schemeClr val="bg1"/>
            </a:solidFill>
            <a:prstDash val="solid"/>
          </a:ln>
        </p:spPr>
      </p:sp>
      <p:sp>
        <p:nvSpPr>
          <p:cNvPr id="11" name="!!bt2"/>
          <p:cNvSpPr txBox="1"/>
          <p:nvPr/>
        </p:nvSpPr>
        <p:spPr>
          <a:xfrm>
            <a:off x="-5658307" y="94914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2527402" y="1920240"/>
            <a:ext cx="493776" cy="493776"/>
          </a:xfrm>
          <a:prstGeom prst="ellipse">
            <a:avLst/>
          </a:prstGeom>
          <a:solidFill>
            <a:schemeClr val="accent1">
              <a:alpha val="16000"/>
            </a:schemeClr>
          </a:solidFill>
          <a:ln/>
        </p:spPr>
      </p:sp>
      <p:sp>
        <p:nvSpPr>
          <p:cNvPr id="13" name="!!bc3"/>
          <p:cNvSpPr/>
          <p:nvPr/>
        </p:nvSpPr>
        <p:spPr>
          <a:xfrm>
            <a:off x="-2426818" y="2020824"/>
            <a:ext cx="292608" cy="292608"/>
          </a:xfrm>
          <a:prstGeom prst="ellipse">
            <a:avLst/>
          </a:prstGeom>
          <a:solidFill>
            <a:schemeClr val="accent1"/>
          </a:solidFill>
          <a:ln w="15875">
            <a:solidFill>
              <a:schemeClr val="bg1"/>
            </a:solidFill>
            <a:prstDash val="solid"/>
          </a:ln>
        </p:spPr>
      </p:sp>
      <p:sp>
        <p:nvSpPr>
          <p:cNvPr id="14" name="!!bt3"/>
          <p:cNvSpPr txBox="1"/>
          <p:nvPr/>
        </p:nvSpPr>
        <p:spPr>
          <a:xfrm>
            <a:off x="-2426818" y="202082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2009851" y="4116629"/>
            <a:ext cx="786384" cy="786384"/>
          </a:xfrm>
          <a:prstGeom prst="ellipse">
            <a:avLst/>
          </a:prstGeom>
          <a:solidFill>
            <a:schemeClr val="accent1">
              <a:alpha val="28000"/>
            </a:schemeClr>
          </a:solidFill>
          <a:ln/>
        </p:spPr>
      </p:sp>
      <p:sp>
        <p:nvSpPr>
          <p:cNvPr id="16" name="!!bc4"/>
          <p:cNvSpPr/>
          <p:nvPr/>
        </p:nvSpPr>
        <p:spPr>
          <a:xfrm>
            <a:off x="2256739" y="4363517"/>
            <a:ext cx="292608" cy="292608"/>
          </a:xfrm>
          <a:prstGeom prst="ellipse">
            <a:avLst/>
          </a:prstGeom>
          <a:solidFill>
            <a:schemeClr val="accent1"/>
          </a:solidFill>
          <a:ln w="15875">
            <a:solidFill>
              <a:schemeClr val="bg1"/>
            </a:solidFill>
            <a:prstDash val="solid"/>
          </a:ln>
        </p:spPr>
      </p:sp>
      <p:sp>
        <p:nvSpPr>
          <p:cNvPr id="17" name="!!bt4"/>
          <p:cNvSpPr txBox="1"/>
          <p:nvPr/>
        </p:nvSpPr>
        <p:spPr>
          <a:xfrm>
            <a:off x="2256739" y="436351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5175504" y="4961534"/>
            <a:ext cx="493776" cy="493776"/>
          </a:xfrm>
          <a:prstGeom prst="ellipse">
            <a:avLst/>
          </a:prstGeom>
          <a:solidFill>
            <a:schemeClr val="accent1">
              <a:alpha val="16000"/>
            </a:schemeClr>
          </a:solidFill>
          <a:ln/>
        </p:spPr>
      </p:sp>
      <p:sp>
        <p:nvSpPr>
          <p:cNvPr id="19" name="!!bc5"/>
          <p:cNvSpPr/>
          <p:nvPr/>
        </p:nvSpPr>
        <p:spPr>
          <a:xfrm>
            <a:off x="-5074920" y="5062118"/>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4920" y="506211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pic>
        <p:nvPicPr>
          <p:cNvPr id="21" name="!!mask" descr="/tmp/claude-0/-home-user-sgqy/b70fb111-7300-56ba-abe4-4b6e17d8c33e/scratchpad/assets/v5/mask_window.png">    </p:cNvPr>
          <p:cNvPicPr>
            <a:picLocks noChangeAspect="1"/>
          </p:cNvPicPr>
          <p:nvPr/>
        </p:nvPicPr>
        <p:blipFill>
          <a:blip r:embed="rId2"/>
          <a:stretch>
            <a:fillRect/>
          </a:stretch>
        </p:blipFill>
        <p:spPr>
          <a:xfrm>
            <a:off x="0" y="0"/>
            <a:ext cx="12191695" cy="6858000"/>
          </a:xfrm>
          <a:prstGeom prst="rect">
            <a:avLst/>
          </a:prstGeom>
        </p:spPr>
      </p:pic>
      <p:sp>
        <p:nvSpPr>
          <p:cNvPr id="2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4"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5" name="!!pb0"/>
          <p:cNvSpPr/>
          <p:nvPr/>
        </p:nvSpPr>
        <p:spPr>
          <a:xfrm>
            <a:off x="6949440" y="1920240"/>
            <a:ext cx="701040" cy="64008"/>
          </a:xfrm>
          <a:prstGeom prst="roundRect">
            <a:avLst>
              <a:gd name="adj" fmla="val 50000"/>
            </a:avLst>
          </a:prstGeom>
          <a:solidFill>
            <a:schemeClr val="accent1">
              <a:alpha val="45000"/>
            </a:schemeClr>
          </a:solidFill>
          <a:ln/>
        </p:spPr>
      </p:sp>
      <p:sp>
        <p:nvSpPr>
          <p:cNvPr id="26" name="obj-173">
            <a:hlinkClick r:id="rId3" tooltip="Step 1" action="ppaction://hlinksldjump"/>
          </p:cNvPr>
          <p:cNvSpPr/>
          <p:nvPr/>
        </p:nvSpPr>
        <p:spPr>
          <a:xfrm>
            <a:off x="6949440" y="1810512"/>
            <a:ext cx="701040" cy="274320"/>
          </a:xfrm>
          <a:prstGeom prst="rect">
            <a:avLst/>
          </a:prstGeom>
          <a:solidFill>
            <a:srgbClr val="FFFFFF">
              <a:alpha val="0"/>
            </a:srgbClr>
          </a:solidFill>
          <a:ln/>
        </p:spPr>
      </p:sp>
      <p:sp>
        <p:nvSpPr>
          <p:cNvPr id="27" name="!!pb1"/>
          <p:cNvSpPr/>
          <p:nvPr/>
        </p:nvSpPr>
        <p:spPr>
          <a:xfrm>
            <a:off x="7723632" y="1920240"/>
            <a:ext cx="701040" cy="64008"/>
          </a:xfrm>
          <a:prstGeom prst="roundRect">
            <a:avLst>
              <a:gd name="adj" fmla="val 50000"/>
            </a:avLst>
          </a:prstGeom>
          <a:solidFill>
            <a:schemeClr val="accent1">
              <a:alpha val="45000"/>
            </a:schemeClr>
          </a:solidFill>
          <a:ln/>
        </p:spPr>
      </p:sp>
      <p:sp>
        <p:nvSpPr>
          <p:cNvPr id="28" name="obj-174">
            <a:hlinkClick r:id="rId4" tooltip="Step 2" action="ppaction://hlinksldjump"/>
          </p:cNvPr>
          <p:cNvSpPr/>
          <p:nvPr/>
        </p:nvSpPr>
        <p:spPr>
          <a:xfrm>
            <a:off x="7723632" y="1810512"/>
            <a:ext cx="701040" cy="274320"/>
          </a:xfrm>
          <a:prstGeom prst="rect">
            <a:avLst/>
          </a:prstGeom>
          <a:solidFill>
            <a:srgbClr val="FFFFFF">
              <a:alpha val="0"/>
            </a:srgbClr>
          </a:solidFill>
          <a:ln/>
        </p:spPr>
      </p:sp>
      <p:sp>
        <p:nvSpPr>
          <p:cNvPr id="29" name="!!pb2"/>
          <p:cNvSpPr/>
          <p:nvPr/>
        </p:nvSpPr>
        <p:spPr>
          <a:xfrm>
            <a:off x="8497824" y="1920240"/>
            <a:ext cx="701040" cy="64008"/>
          </a:xfrm>
          <a:prstGeom prst="roundRect">
            <a:avLst>
              <a:gd name="adj" fmla="val 50000"/>
            </a:avLst>
          </a:prstGeom>
          <a:solidFill>
            <a:schemeClr val="accent1">
              <a:alpha val="45000"/>
            </a:schemeClr>
          </a:solidFill>
          <a:ln/>
        </p:spPr>
      </p:sp>
      <p:sp>
        <p:nvSpPr>
          <p:cNvPr id="30" name="obj-175">
            <a:hlinkClick r:id="rId5" tooltip="Step 3" action="ppaction://hlinksldjump"/>
          </p:cNvPr>
          <p:cNvSpPr/>
          <p:nvPr/>
        </p:nvSpPr>
        <p:spPr>
          <a:xfrm>
            <a:off x="8497824" y="1810512"/>
            <a:ext cx="701040" cy="274320"/>
          </a:xfrm>
          <a:prstGeom prst="rect">
            <a:avLst/>
          </a:prstGeom>
          <a:solidFill>
            <a:srgbClr val="FFFFFF">
              <a:alpha val="0"/>
            </a:srgbClr>
          </a:solidFill>
          <a:ln/>
        </p:spPr>
      </p:sp>
      <p:sp>
        <p:nvSpPr>
          <p:cNvPr id="31" name="!!pb3"/>
          <p:cNvSpPr/>
          <p:nvPr/>
        </p:nvSpPr>
        <p:spPr>
          <a:xfrm>
            <a:off x="9272016" y="1920240"/>
            <a:ext cx="701040" cy="64008"/>
          </a:xfrm>
          <a:prstGeom prst="roundRect">
            <a:avLst>
              <a:gd name="adj" fmla="val 50000"/>
            </a:avLst>
          </a:prstGeom>
          <a:solidFill>
            <a:schemeClr val="accent1">
              <a:alpha val="45000"/>
            </a:schemeClr>
          </a:solidFill>
          <a:ln/>
        </p:spPr>
      </p:sp>
      <p:sp>
        <p:nvSpPr>
          <p:cNvPr id="32" name="obj-176">
            <a:hlinkClick r:id="rId6" tooltip="Step 4" action="ppaction://hlinksldjump"/>
          </p:cNvPr>
          <p:cNvSpPr/>
          <p:nvPr/>
        </p:nvSpPr>
        <p:spPr>
          <a:xfrm>
            <a:off x="9272016" y="1810512"/>
            <a:ext cx="701040" cy="274320"/>
          </a:xfrm>
          <a:prstGeom prst="rect">
            <a:avLst/>
          </a:prstGeom>
          <a:solidFill>
            <a:srgbClr val="FFFFFF">
              <a:alpha val="0"/>
            </a:srgbClr>
          </a:solidFill>
          <a:ln/>
        </p:spPr>
      </p:sp>
      <p:sp>
        <p:nvSpPr>
          <p:cNvPr id="33" name="!!pb4"/>
          <p:cNvSpPr/>
          <p:nvPr/>
        </p:nvSpPr>
        <p:spPr>
          <a:xfrm>
            <a:off x="10046208" y="1920240"/>
            <a:ext cx="701040" cy="64008"/>
          </a:xfrm>
          <a:prstGeom prst="roundRect">
            <a:avLst>
              <a:gd name="adj" fmla="val 50000"/>
            </a:avLst>
          </a:prstGeom>
          <a:solidFill>
            <a:schemeClr val="accent1"/>
          </a:solidFill>
          <a:ln/>
        </p:spPr>
      </p:sp>
      <p:sp>
        <p:nvSpPr>
          <p:cNvPr id="34" name="obj-177">
            <a:hlinkClick r:id="rId7" tooltip="Step 5" action="ppaction://hlinksldjump"/>
          </p:cNvPr>
          <p:cNvSpPr/>
          <p:nvPr/>
        </p:nvSpPr>
        <p:spPr>
          <a:xfrm>
            <a:off x="10046208" y="1810512"/>
            <a:ext cx="701040" cy="274320"/>
          </a:xfrm>
          <a:prstGeom prst="rect">
            <a:avLst/>
          </a:prstGeom>
          <a:solidFill>
            <a:srgbClr val="FFFFFF">
              <a:alpha val="0"/>
            </a:srgbClr>
          </a:solidFill>
          <a:ln/>
        </p:spPr>
      </p:sp>
      <p:sp>
        <p:nvSpPr>
          <p:cNvPr id="35" name="!!pb5"/>
          <p:cNvSpPr/>
          <p:nvPr/>
        </p:nvSpPr>
        <p:spPr>
          <a:xfrm>
            <a:off x="10820400" y="1920240"/>
            <a:ext cx="701040" cy="64008"/>
          </a:xfrm>
          <a:prstGeom prst="roundRect">
            <a:avLst>
              <a:gd name="adj" fmla="val 50000"/>
            </a:avLst>
          </a:prstGeom>
          <a:solidFill>
            <a:schemeClr val="accent5"/>
          </a:solidFill>
          <a:ln/>
        </p:spPr>
      </p:sp>
      <p:sp>
        <p:nvSpPr>
          <p:cNvPr id="36" name="obj-178">
            <a:hlinkClick r:id="rId8" tooltip="Step 6" action="ppaction://hlinksldjump"/>
          </p:cNvPr>
          <p:cNvSpPr/>
          <p:nvPr/>
        </p:nvSpPr>
        <p:spPr>
          <a:xfrm>
            <a:off x="10820400" y="1810512"/>
            <a:ext cx="701040" cy="274320"/>
          </a:xfrm>
          <a:prstGeom prst="rect">
            <a:avLst/>
          </a:prstGeom>
          <a:solidFill>
            <a:srgbClr val="FFFFFF">
              <a:alpha val="0"/>
            </a:srgbClr>
          </a:solidFill>
          <a:ln/>
        </p:spPr>
      </p:sp>
      <p:pic>
        <p:nvPicPr>
          <p:cNvPr id="37" name="!!img4" descr="/tmp/claude-0/-home-user-sgqy/b70fb111-7300-56ba-abe4-4b6e17d8c33e/scratchpad/assets/v5/t5.png">    </p:cNvPr>
          <p:cNvPicPr>
            <a:picLocks noChangeAspect="1"/>
          </p:cNvPicPr>
          <p:nvPr/>
        </p:nvPicPr>
        <p:blipFill>
          <a:blip r:embed="rId9"/>
          <a:stretch>
            <a:fillRect/>
          </a:stretch>
        </p:blipFill>
        <p:spPr>
          <a:xfrm>
            <a:off x="6949440" y="2121408"/>
            <a:ext cx="4572000" cy="3180522"/>
          </a:xfrm>
          <a:prstGeom prst="rect">
            <a:avLst/>
          </a:prstGeom>
        </p:spPr>
      </p:pic>
      <p:sp>
        <p:nvSpPr>
          <p:cNvPr id="38" name="c4l"/>
          <p:cNvSpPr txBox="1"/>
          <p:nvPr/>
        </p:nvSpPr>
        <p:spPr>
          <a:xfrm>
            <a:off x="6949440" y="5429946"/>
            <a:ext cx="4572000" cy="237744"/>
          </a:xfrm>
          <a:prstGeom prst="rect">
            <a:avLst/>
          </a:prstGeom>
          <a:noFill/>
          <a:ln/>
        </p:spPr>
        <p:txBody>
          <a:bodyPr wrap="square" lIns="0" tIns="0" rIns="0" bIns="0" rtlCol="0" anchor="ctr"/>
          <a:lstStyle/>
          <a:p>
            <a:pPr indent="0" marL="0">
              <a:buNone/>
            </a:pPr>
            <a:r>
              <a:rPr lang="en-US" sz="1100" b="1" spc="200" kern="0" dirty="0">
                <a:solidFill>
                  <a:schemeClr val="accent1"/>
                </a:solidFill>
              </a:rPr>
              <a:t>STEP 5 OF 6  ·  BOARD</a:t>
            </a:r>
            <a:endParaRPr lang="en-US" sz="1100" dirty="0"/>
          </a:p>
        </p:txBody>
      </p:sp>
      <p:sp>
        <p:nvSpPr>
          <p:cNvPr id="39" name="c4n"/>
          <p:cNvSpPr txBox="1"/>
          <p:nvPr/>
        </p:nvSpPr>
        <p:spPr>
          <a:xfrm>
            <a:off x="6949440" y="5685978"/>
            <a:ext cx="4572000" cy="365760"/>
          </a:xfrm>
          <a:prstGeom prst="rect">
            <a:avLst/>
          </a:prstGeom>
          <a:noFill/>
          <a:ln/>
        </p:spPr>
        <p:txBody>
          <a:bodyPr wrap="square" lIns="0" tIns="0" rIns="0" bIns="0" rtlCol="0" anchor="ctr"/>
          <a:lstStyle/>
          <a:p>
            <a:pPr indent="0" marL="0">
              <a:buNone/>
            </a:pPr>
            <a:r>
              <a:rPr lang="en-US" sz="2000" b="1" dirty="0">
                <a:solidFill>
                  <a:schemeClr val="tx1"/>
                </a:solidFill>
              </a:rPr>
              <a:t>FastPass Smart Boarding Kiosk</a:t>
            </a:r>
            <a:endParaRPr lang="en-US" sz="2000" dirty="0"/>
          </a:p>
        </p:txBody>
      </p:sp>
      <p:sp>
        <p:nvSpPr>
          <p:cNvPr id="40" name="c4d"/>
          <p:cNvSpPr txBox="1"/>
          <p:nvPr/>
        </p:nvSpPr>
        <p:spPr>
          <a:xfrm>
            <a:off x="6949440" y="6070026"/>
            <a:ext cx="4572000" cy="274320"/>
          </a:xfrm>
          <a:prstGeom prst="rect">
            <a:avLst/>
          </a:prstGeom>
          <a:noFill/>
          <a:ln/>
        </p:spPr>
        <p:txBody>
          <a:bodyPr wrap="square" lIns="0" tIns="0" rIns="0" bIns="0" rtlCol="0" anchor="ctr"/>
          <a:lstStyle/>
          <a:p>
            <a:pPr indent="0" marL="0">
              <a:buNone/>
            </a:pPr>
            <a:r>
              <a:rPr lang="en-US" sz="1300" dirty="0">
                <a:solidFill>
                  <a:schemeClr val="tx2"/>
                </a:solidFill>
              </a:rPr>
              <a:t>Face plus phone clears boarding. No documents to show.</a:t>
            </a:r>
            <a:endParaRPr lang="en-US" sz="1300" dirty="0"/>
          </a:p>
        </p:txBody>
      </p:sp>
      <p:sp>
        <p:nvSpPr>
          <p:cNvPr id="41"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15</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6492240" y="-6812280"/>
            <a:ext cx="24383390" cy="13716000"/>
          </a:xfrm>
          <a:prstGeom prst="rect">
            <a:avLst/>
          </a:prstGeom>
        </p:spPr>
      </p:pic>
      <p:sp>
        <p:nvSpPr>
          <p:cNvPr id="3" name="!!bh0"/>
          <p:cNvSpPr/>
          <p:nvPr/>
        </p:nvSpPr>
        <p:spPr>
          <a:xfrm>
            <a:off x="-3026664" y="3094330"/>
            <a:ext cx="493776" cy="493776"/>
          </a:xfrm>
          <a:prstGeom prst="ellipse">
            <a:avLst/>
          </a:prstGeom>
          <a:solidFill>
            <a:schemeClr val="accent1">
              <a:alpha val="16000"/>
            </a:schemeClr>
          </a:solidFill>
          <a:ln/>
        </p:spPr>
      </p:sp>
      <p:sp>
        <p:nvSpPr>
          <p:cNvPr id="4" name="!!bc0"/>
          <p:cNvSpPr/>
          <p:nvPr/>
        </p:nvSpPr>
        <p:spPr>
          <a:xfrm>
            <a:off x="-2926080" y="3194914"/>
            <a:ext cx="292608" cy="292608"/>
          </a:xfrm>
          <a:prstGeom prst="ellipse">
            <a:avLst/>
          </a:prstGeom>
          <a:solidFill>
            <a:schemeClr val="accent1"/>
          </a:solidFill>
          <a:ln w="15875">
            <a:solidFill>
              <a:schemeClr val="bg1"/>
            </a:solidFill>
            <a:prstDash val="solid"/>
          </a:ln>
        </p:spPr>
      </p:sp>
      <p:sp>
        <p:nvSpPr>
          <p:cNvPr id="5" name="!!bt0"/>
          <p:cNvSpPr txBox="1"/>
          <p:nvPr/>
        </p:nvSpPr>
        <p:spPr>
          <a:xfrm>
            <a:off x="-2926080" y="319491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738835" y="1951330"/>
            <a:ext cx="493776" cy="493776"/>
          </a:xfrm>
          <a:prstGeom prst="ellipse">
            <a:avLst/>
          </a:prstGeom>
          <a:solidFill>
            <a:schemeClr val="accent1">
              <a:alpha val="16000"/>
            </a:schemeClr>
          </a:solidFill>
          <a:ln/>
        </p:spPr>
      </p:sp>
      <p:sp>
        <p:nvSpPr>
          <p:cNvPr id="7" name="!!bc1"/>
          <p:cNvSpPr/>
          <p:nvPr/>
        </p:nvSpPr>
        <p:spPr>
          <a:xfrm>
            <a:off x="-638251" y="2051914"/>
            <a:ext cx="292608" cy="292608"/>
          </a:xfrm>
          <a:prstGeom prst="ellipse">
            <a:avLst/>
          </a:prstGeom>
          <a:solidFill>
            <a:schemeClr val="accent1"/>
          </a:solidFill>
          <a:ln w="15875">
            <a:solidFill>
              <a:schemeClr val="bg1"/>
            </a:solidFill>
            <a:prstDash val="solid"/>
          </a:ln>
        </p:spPr>
      </p:sp>
      <p:sp>
        <p:nvSpPr>
          <p:cNvPr id="8" name="!!bt1"/>
          <p:cNvSpPr txBox="1"/>
          <p:nvPr/>
        </p:nvSpPr>
        <p:spPr>
          <a:xfrm>
            <a:off x="-638251" y="205191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3110789" y="25603"/>
            <a:ext cx="493776" cy="493776"/>
          </a:xfrm>
          <a:prstGeom prst="ellipse">
            <a:avLst/>
          </a:prstGeom>
          <a:solidFill>
            <a:schemeClr val="accent1">
              <a:alpha val="16000"/>
            </a:schemeClr>
          </a:solidFill>
          <a:ln/>
        </p:spPr>
      </p:sp>
      <p:sp>
        <p:nvSpPr>
          <p:cNvPr id="10" name="!!bc2"/>
          <p:cNvSpPr/>
          <p:nvPr/>
        </p:nvSpPr>
        <p:spPr>
          <a:xfrm>
            <a:off x="3211373" y="126187"/>
            <a:ext cx="292608" cy="292608"/>
          </a:xfrm>
          <a:prstGeom prst="ellipse">
            <a:avLst/>
          </a:prstGeom>
          <a:solidFill>
            <a:schemeClr val="accent1"/>
          </a:solidFill>
          <a:ln w="15875">
            <a:solidFill>
              <a:schemeClr val="bg1"/>
            </a:solidFill>
            <a:prstDash val="solid"/>
          </a:ln>
        </p:spPr>
      </p:sp>
      <p:sp>
        <p:nvSpPr>
          <p:cNvPr id="11" name="!!bt2"/>
          <p:cNvSpPr txBox="1"/>
          <p:nvPr/>
        </p:nvSpPr>
        <p:spPr>
          <a:xfrm>
            <a:off x="3211373" y="12618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342278" y="1097280"/>
            <a:ext cx="493776" cy="493776"/>
          </a:xfrm>
          <a:prstGeom prst="ellipse">
            <a:avLst/>
          </a:prstGeom>
          <a:solidFill>
            <a:schemeClr val="accent1">
              <a:alpha val="16000"/>
            </a:schemeClr>
          </a:solidFill>
          <a:ln/>
        </p:spPr>
      </p:sp>
      <p:sp>
        <p:nvSpPr>
          <p:cNvPr id="13" name="!!bc3"/>
          <p:cNvSpPr/>
          <p:nvPr/>
        </p:nvSpPr>
        <p:spPr>
          <a:xfrm>
            <a:off x="6442862" y="1197864"/>
            <a:ext cx="292608" cy="292608"/>
          </a:xfrm>
          <a:prstGeom prst="ellipse">
            <a:avLst/>
          </a:prstGeom>
          <a:solidFill>
            <a:schemeClr val="accent1"/>
          </a:solidFill>
          <a:ln w="15875">
            <a:solidFill>
              <a:schemeClr val="bg1"/>
            </a:solidFill>
            <a:prstDash val="solid"/>
          </a:ln>
        </p:spPr>
      </p:sp>
      <p:sp>
        <p:nvSpPr>
          <p:cNvPr id="14" name="!!bt3"/>
          <p:cNvSpPr txBox="1"/>
          <p:nvPr/>
        </p:nvSpPr>
        <p:spPr>
          <a:xfrm>
            <a:off x="6442862" y="1197864"/>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11025835" y="3439973"/>
            <a:ext cx="493776" cy="493776"/>
          </a:xfrm>
          <a:prstGeom prst="ellipse">
            <a:avLst/>
          </a:prstGeom>
          <a:solidFill>
            <a:schemeClr val="accent1">
              <a:alpha val="16000"/>
            </a:schemeClr>
          </a:solidFill>
          <a:ln/>
        </p:spPr>
      </p:sp>
      <p:sp>
        <p:nvSpPr>
          <p:cNvPr id="16" name="!!bc4"/>
          <p:cNvSpPr/>
          <p:nvPr/>
        </p:nvSpPr>
        <p:spPr>
          <a:xfrm>
            <a:off x="11126419" y="3540557"/>
            <a:ext cx="292608" cy="292608"/>
          </a:xfrm>
          <a:prstGeom prst="ellipse">
            <a:avLst/>
          </a:prstGeom>
          <a:solidFill>
            <a:schemeClr val="accent1"/>
          </a:solidFill>
          <a:ln w="15875">
            <a:solidFill>
              <a:schemeClr val="bg1"/>
            </a:solidFill>
            <a:prstDash val="solid"/>
          </a:ln>
        </p:spPr>
      </p:sp>
      <p:sp>
        <p:nvSpPr>
          <p:cNvPr id="17" name="!!bt4"/>
          <p:cNvSpPr txBox="1"/>
          <p:nvPr/>
        </p:nvSpPr>
        <p:spPr>
          <a:xfrm>
            <a:off x="11126419" y="354055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3547872" y="3992270"/>
            <a:ext cx="786384" cy="786384"/>
          </a:xfrm>
          <a:prstGeom prst="ellipse">
            <a:avLst/>
          </a:prstGeom>
          <a:solidFill>
            <a:schemeClr val="accent1">
              <a:alpha val="28000"/>
            </a:schemeClr>
          </a:solidFill>
          <a:ln/>
        </p:spPr>
      </p:sp>
      <p:sp>
        <p:nvSpPr>
          <p:cNvPr id="19" name="!!bc5"/>
          <p:cNvSpPr/>
          <p:nvPr/>
        </p:nvSpPr>
        <p:spPr>
          <a:xfrm>
            <a:off x="3794760" y="4239158"/>
            <a:ext cx="292608" cy="292608"/>
          </a:xfrm>
          <a:prstGeom prst="ellipse">
            <a:avLst/>
          </a:prstGeom>
          <a:solidFill>
            <a:schemeClr val="accent1"/>
          </a:solidFill>
          <a:ln w="15875">
            <a:solidFill>
              <a:schemeClr val="bg1"/>
            </a:solidFill>
            <a:prstDash val="solid"/>
          </a:ln>
        </p:spPr>
      </p:sp>
      <p:sp>
        <p:nvSpPr>
          <p:cNvPr id="20" name="!!bt5"/>
          <p:cNvSpPr txBox="1"/>
          <p:nvPr/>
        </p:nvSpPr>
        <p:spPr>
          <a:xfrm>
            <a:off x="3794760" y="4239158"/>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pic>
        <p:nvPicPr>
          <p:cNvPr id="21" name="!!mask" descr="/tmp/claude-0/-home-user-sgqy/b70fb111-7300-56ba-abe4-4b6e17d8c33e/scratchpad/assets/v5/mask_window.png">    </p:cNvPr>
          <p:cNvPicPr>
            <a:picLocks noChangeAspect="1"/>
          </p:cNvPicPr>
          <p:nvPr/>
        </p:nvPicPr>
        <p:blipFill>
          <a:blip r:embed="rId2"/>
          <a:stretch>
            <a:fillRect/>
          </a:stretch>
        </p:blipFill>
        <p:spPr>
          <a:xfrm>
            <a:off x="0" y="0"/>
            <a:ext cx="12191695" cy="6858000"/>
          </a:xfrm>
          <a:prstGeom prst="rect">
            <a:avLst/>
          </a:prstGeom>
        </p:spPr>
      </p:pic>
      <p:sp>
        <p:nvSpPr>
          <p:cNvPr id="2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4"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5" name="!!pb0"/>
          <p:cNvSpPr/>
          <p:nvPr/>
        </p:nvSpPr>
        <p:spPr>
          <a:xfrm>
            <a:off x="6949440" y="1920240"/>
            <a:ext cx="701040" cy="64008"/>
          </a:xfrm>
          <a:prstGeom prst="roundRect">
            <a:avLst>
              <a:gd name="adj" fmla="val 50000"/>
            </a:avLst>
          </a:prstGeom>
          <a:solidFill>
            <a:schemeClr val="accent1">
              <a:alpha val="45000"/>
            </a:schemeClr>
          </a:solidFill>
          <a:ln/>
        </p:spPr>
      </p:sp>
      <p:sp>
        <p:nvSpPr>
          <p:cNvPr id="26" name="obj-179">
            <a:hlinkClick r:id="rId3" tooltip="Step 1" action="ppaction://hlinksldjump"/>
          </p:cNvPr>
          <p:cNvSpPr/>
          <p:nvPr/>
        </p:nvSpPr>
        <p:spPr>
          <a:xfrm>
            <a:off x="6949440" y="1810512"/>
            <a:ext cx="701040" cy="274320"/>
          </a:xfrm>
          <a:prstGeom prst="rect">
            <a:avLst/>
          </a:prstGeom>
          <a:solidFill>
            <a:srgbClr val="FFFFFF">
              <a:alpha val="0"/>
            </a:srgbClr>
          </a:solidFill>
          <a:ln/>
        </p:spPr>
      </p:sp>
      <p:sp>
        <p:nvSpPr>
          <p:cNvPr id="27" name="!!pb1"/>
          <p:cNvSpPr/>
          <p:nvPr/>
        </p:nvSpPr>
        <p:spPr>
          <a:xfrm>
            <a:off x="7723632" y="1920240"/>
            <a:ext cx="701040" cy="64008"/>
          </a:xfrm>
          <a:prstGeom prst="roundRect">
            <a:avLst>
              <a:gd name="adj" fmla="val 50000"/>
            </a:avLst>
          </a:prstGeom>
          <a:solidFill>
            <a:schemeClr val="accent1">
              <a:alpha val="45000"/>
            </a:schemeClr>
          </a:solidFill>
          <a:ln/>
        </p:spPr>
      </p:sp>
      <p:sp>
        <p:nvSpPr>
          <p:cNvPr id="28" name="obj-180">
            <a:hlinkClick r:id="rId4" tooltip="Step 2" action="ppaction://hlinksldjump"/>
          </p:cNvPr>
          <p:cNvSpPr/>
          <p:nvPr/>
        </p:nvSpPr>
        <p:spPr>
          <a:xfrm>
            <a:off x="7723632" y="1810512"/>
            <a:ext cx="701040" cy="274320"/>
          </a:xfrm>
          <a:prstGeom prst="rect">
            <a:avLst/>
          </a:prstGeom>
          <a:solidFill>
            <a:srgbClr val="FFFFFF">
              <a:alpha val="0"/>
            </a:srgbClr>
          </a:solidFill>
          <a:ln/>
        </p:spPr>
      </p:sp>
      <p:sp>
        <p:nvSpPr>
          <p:cNvPr id="29" name="!!pb2"/>
          <p:cNvSpPr/>
          <p:nvPr/>
        </p:nvSpPr>
        <p:spPr>
          <a:xfrm>
            <a:off x="8497824" y="1920240"/>
            <a:ext cx="701040" cy="64008"/>
          </a:xfrm>
          <a:prstGeom prst="roundRect">
            <a:avLst>
              <a:gd name="adj" fmla="val 50000"/>
            </a:avLst>
          </a:prstGeom>
          <a:solidFill>
            <a:schemeClr val="accent1">
              <a:alpha val="45000"/>
            </a:schemeClr>
          </a:solidFill>
          <a:ln/>
        </p:spPr>
      </p:sp>
      <p:sp>
        <p:nvSpPr>
          <p:cNvPr id="30" name="obj-181">
            <a:hlinkClick r:id="rId5" tooltip="Step 3" action="ppaction://hlinksldjump"/>
          </p:cNvPr>
          <p:cNvSpPr/>
          <p:nvPr/>
        </p:nvSpPr>
        <p:spPr>
          <a:xfrm>
            <a:off x="8497824" y="1810512"/>
            <a:ext cx="701040" cy="274320"/>
          </a:xfrm>
          <a:prstGeom prst="rect">
            <a:avLst/>
          </a:prstGeom>
          <a:solidFill>
            <a:srgbClr val="FFFFFF">
              <a:alpha val="0"/>
            </a:srgbClr>
          </a:solidFill>
          <a:ln/>
        </p:spPr>
      </p:sp>
      <p:sp>
        <p:nvSpPr>
          <p:cNvPr id="31" name="!!pb3"/>
          <p:cNvSpPr/>
          <p:nvPr/>
        </p:nvSpPr>
        <p:spPr>
          <a:xfrm>
            <a:off x="9272016" y="1920240"/>
            <a:ext cx="701040" cy="64008"/>
          </a:xfrm>
          <a:prstGeom prst="roundRect">
            <a:avLst>
              <a:gd name="adj" fmla="val 50000"/>
            </a:avLst>
          </a:prstGeom>
          <a:solidFill>
            <a:schemeClr val="accent1">
              <a:alpha val="45000"/>
            </a:schemeClr>
          </a:solidFill>
          <a:ln/>
        </p:spPr>
      </p:sp>
      <p:sp>
        <p:nvSpPr>
          <p:cNvPr id="32" name="obj-182">
            <a:hlinkClick r:id="rId6" tooltip="Step 4" action="ppaction://hlinksldjump"/>
          </p:cNvPr>
          <p:cNvSpPr/>
          <p:nvPr/>
        </p:nvSpPr>
        <p:spPr>
          <a:xfrm>
            <a:off x="9272016" y="1810512"/>
            <a:ext cx="701040" cy="274320"/>
          </a:xfrm>
          <a:prstGeom prst="rect">
            <a:avLst/>
          </a:prstGeom>
          <a:solidFill>
            <a:srgbClr val="FFFFFF">
              <a:alpha val="0"/>
            </a:srgbClr>
          </a:solidFill>
          <a:ln/>
        </p:spPr>
      </p:sp>
      <p:sp>
        <p:nvSpPr>
          <p:cNvPr id="33" name="!!pb4"/>
          <p:cNvSpPr/>
          <p:nvPr/>
        </p:nvSpPr>
        <p:spPr>
          <a:xfrm>
            <a:off x="10046208" y="1920240"/>
            <a:ext cx="701040" cy="64008"/>
          </a:xfrm>
          <a:prstGeom prst="roundRect">
            <a:avLst>
              <a:gd name="adj" fmla="val 50000"/>
            </a:avLst>
          </a:prstGeom>
          <a:solidFill>
            <a:schemeClr val="accent1">
              <a:alpha val="45000"/>
            </a:schemeClr>
          </a:solidFill>
          <a:ln/>
        </p:spPr>
      </p:sp>
      <p:sp>
        <p:nvSpPr>
          <p:cNvPr id="34" name="obj-183">
            <a:hlinkClick r:id="rId7" tooltip="Step 5" action="ppaction://hlinksldjump"/>
          </p:cNvPr>
          <p:cNvSpPr/>
          <p:nvPr/>
        </p:nvSpPr>
        <p:spPr>
          <a:xfrm>
            <a:off x="10046208" y="1810512"/>
            <a:ext cx="701040" cy="274320"/>
          </a:xfrm>
          <a:prstGeom prst="rect">
            <a:avLst/>
          </a:prstGeom>
          <a:solidFill>
            <a:srgbClr val="FFFFFF">
              <a:alpha val="0"/>
            </a:srgbClr>
          </a:solidFill>
          <a:ln/>
        </p:spPr>
      </p:sp>
      <p:sp>
        <p:nvSpPr>
          <p:cNvPr id="35" name="!!pb5"/>
          <p:cNvSpPr/>
          <p:nvPr/>
        </p:nvSpPr>
        <p:spPr>
          <a:xfrm>
            <a:off x="10820400" y="1920240"/>
            <a:ext cx="701040" cy="64008"/>
          </a:xfrm>
          <a:prstGeom prst="roundRect">
            <a:avLst>
              <a:gd name="adj" fmla="val 50000"/>
            </a:avLst>
          </a:prstGeom>
          <a:solidFill>
            <a:schemeClr val="accent1"/>
          </a:solidFill>
          <a:ln/>
        </p:spPr>
      </p:sp>
      <p:sp>
        <p:nvSpPr>
          <p:cNvPr id="36" name="obj-184">
            <a:hlinkClick r:id="rId8" tooltip="Step 6" action="ppaction://hlinksldjump"/>
          </p:cNvPr>
          <p:cNvSpPr/>
          <p:nvPr/>
        </p:nvSpPr>
        <p:spPr>
          <a:xfrm>
            <a:off x="10820400" y="1810512"/>
            <a:ext cx="701040" cy="274320"/>
          </a:xfrm>
          <a:prstGeom prst="rect">
            <a:avLst/>
          </a:prstGeom>
          <a:solidFill>
            <a:srgbClr val="FFFFFF">
              <a:alpha val="0"/>
            </a:srgbClr>
          </a:solidFill>
          <a:ln/>
        </p:spPr>
      </p:sp>
      <p:pic>
        <p:nvPicPr>
          <p:cNvPr id="37" name="!!img5" descr="/tmp/claude-0/-home-user-sgqy/b70fb111-7300-56ba-abe4-4b6e17d8c33e/scratchpad/assets/v5/t6.png">    </p:cNvPr>
          <p:cNvPicPr>
            <a:picLocks noChangeAspect="1"/>
          </p:cNvPicPr>
          <p:nvPr/>
        </p:nvPicPr>
        <p:blipFill>
          <a:blip r:embed="rId9"/>
          <a:stretch>
            <a:fillRect/>
          </a:stretch>
        </p:blipFill>
        <p:spPr>
          <a:xfrm>
            <a:off x="6949440" y="2121408"/>
            <a:ext cx="4572000" cy="3180522"/>
          </a:xfrm>
          <a:prstGeom prst="rect">
            <a:avLst/>
          </a:prstGeom>
        </p:spPr>
      </p:pic>
      <p:sp>
        <p:nvSpPr>
          <p:cNvPr id="38" name="c5l"/>
          <p:cNvSpPr txBox="1"/>
          <p:nvPr/>
        </p:nvSpPr>
        <p:spPr>
          <a:xfrm>
            <a:off x="6949440" y="5429946"/>
            <a:ext cx="4572000" cy="237744"/>
          </a:xfrm>
          <a:prstGeom prst="rect">
            <a:avLst/>
          </a:prstGeom>
          <a:noFill/>
          <a:ln/>
        </p:spPr>
        <p:txBody>
          <a:bodyPr wrap="square" lIns="0" tIns="0" rIns="0" bIns="0" rtlCol="0" anchor="ctr"/>
          <a:lstStyle/>
          <a:p>
            <a:pPr indent="0" marL="0">
              <a:buNone/>
            </a:pPr>
            <a:r>
              <a:rPr lang="en-US" sz="1100" b="1" spc="200" kern="0" dirty="0">
                <a:solidFill>
                  <a:schemeClr val="accent1"/>
                </a:solidFill>
              </a:rPr>
              <a:t>STEP 6 OF 6  ·  OVERSEE</a:t>
            </a:r>
            <a:endParaRPr lang="en-US" sz="1100" dirty="0"/>
          </a:p>
        </p:txBody>
      </p:sp>
      <p:sp>
        <p:nvSpPr>
          <p:cNvPr id="39" name="c5n"/>
          <p:cNvSpPr txBox="1"/>
          <p:nvPr/>
        </p:nvSpPr>
        <p:spPr>
          <a:xfrm>
            <a:off x="6949440" y="5685978"/>
            <a:ext cx="4572000" cy="365760"/>
          </a:xfrm>
          <a:prstGeom prst="rect">
            <a:avLst/>
          </a:prstGeom>
          <a:noFill/>
          <a:ln/>
        </p:spPr>
        <p:txBody>
          <a:bodyPr wrap="square" lIns="0" tIns="0" rIns="0" bIns="0" rtlCol="0" anchor="ctr"/>
          <a:lstStyle/>
          <a:p>
            <a:pPr indent="0" marL="0">
              <a:buNone/>
            </a:pPr>
            <a:r>
              <a:rPr lang="en-US" sz="2000" b="1" dirty="0">
                <a:solidFill>
                  <a:schemeClr val="tx1"/>
                </a:solidFill>
              </a:rPr>
              <a:t>AGIL® Secure ISMP</a:t>
            </a:r>
            <a:endParaRPr lang="en-US" sz="2000" dirty="0"/>
          </a:p>
        </p:txBody>
      </p:sp>
      <p:sp>
        <p:nvSpPr>
          <p:cNvPr id="40" name="c5d"/>
          <p:cNvSpPr txBox="1"/>
          <p:nvPr/>
        </p:nvSpPr>
        <p:spPr>
          <a:xfrm>
            <a:off x="6949440" y="6070026"/>
            <a:ext cx="4572000" cy="274320"/>
          </a:xfrm>
          <a:prstGeom prst="rect">
            <a:avLst/>
          </a:prstGeom>
          <a:noFill/>
          <a:ln/>
        </p:spPr>
        <p:txBody>
          <a:bodyPr wrap="square" lIns="0" tIns="0" rIns="0" bIns="0" rtlCol="0" anchor="ctr"/>
          <a:lstStyle/>
          <a:p>
            <a:pPr indent="0" marL="0">
              <a:buNone/>
            </a:pPr>
            <a:r>
              <a:rPr lang="en-US" sz="1300" dirty="0">
                <a:solidFill>
                  <a:schemeClr val="tx2"/>
                </a:solidFill>
              </a:rPr>
              <a:t>Every step in one view. Officers act only on exceptions.</a:t>
            </a:r>
            <a:endParaRPr lang="en-US" sz="1300" dirty="0"/>
          </a:p>
        </p:txBody>
      </p:sp>
      <p:sp>
        <p:nvSpPr>
          <p:cNvPr id="41"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16</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cene" descr="/tmp/claude-0/-home-user-sgqy/b70fb111-7300-56ba-abe4-4b6e17d8c33e/scratchpad/journey/sf_pearl.png">    </p:cNvPr>
          <p:cNvPicPr>
            <a:picLocks noChangeAspect="1"/>
          </p:cNvPicPr>
          <p:nvPr/>
        </p:nvPicPr>
        <p:blipFill>
          <a:blip r:embed="rId1"/>
          <a:stretch>
            <a:fillRect/>
          </a:stretch>
        </p:blipFill>
        <p:spPr>
          <a:xfrm>
            <a:off x="0" y="0"/>
            <a:ext cx="12191695" cy="6858000"/>
          </a:xfrm>
          <a:prstGeom prst="rect">
            <a:avLst/>
          </a:prstGeom>
        </p:spPr>
      </p:pic>
      <p:sp>
        <p:nvSpPr>
          <p:cNvPr id="3" name="!!bh0"/>
          <p:cNvSpPr/>
          <p:nvPr/>
        </p:nvSpPr>
        <p:spPr>
          <a:xfrm>
            <a:off x="1609344" y="4829861"/>
            <a:ext cx="493776" cy="493776"/>
          </a:xfrm>
          <a:prstGeom prst="ellipse">
            <a:avLst/>
          </a:prstGeom>
          <a:solidFill>
            <a:schemeClr val="accent1">
              <a:alpha val="16000"/>
            </a:schemeClr>
          </a:solidFill>
          <a:ln/>
        </p:spPr>
      </p:sp>
      <p:sp>
        <p:nvSpPr>
          <p:cNvPr id="4" name="!!bc0"/>
          <p:cNvSpPr/>
          <p:nvPr/>
        </p:nvSpPr>
        <p:spPr>
          <a:xfrm>
            <a:off x="1709928" y="4930445"/>
            <a:ext cx="292608" cy="292608"/>
          </a:xfrm>
          <a:prstGeom prst="ellipse">
            <a:avLst/>
          </a:prstGeom>
          <a:solidFill>
            <a:schemeClr val="accent1"/>
          </a:solidFill>
          <a:ln w="15875">
            <a:solidFill>
              <a:schemeClr val="bg1"/>
            </a:solidFill>
            <a:prstDash val="solid"/>
          </a:ln>
        </p:spPr>
      </p:sp>
      <p:sp>
        <p:nvSpPr>
          <p:cNvPr id="5" name="!!bt0"/>
          <p:cNvSpPr txBox="1"/>
          <p:nvPr/>
        </p:nvSpPr>
        <p:spPr>
          <a:xfrm>
            <a:off x="1709928" y="49304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bh1"/>
          <p:cNvSpPr/>
          <p:nvPr/>
        </p:nvSpPr>
        <p:spPr>
          <a:xfrm>
            <a:off x="2753258" y="4258361"/>
            <a:ext cx="493776" cy="493776"/>
          </a:xfrm>
          <a:prstGeom prst="ellipse">
            <a:avLst/>
          </a:prstGeom>
          <a:solidFill>
            <a:schemeClr val="accent1">
              <a:alpha val="16000"/>
            </a:schemeClr>
          </a:solidFill>
          <a:ln/>
        </p:spPr>
      </p:sp>
      <p:sp>
        <p:nvSpPr>
          <p:cNvPr id="7" name="!!bc1"/>
          <p:cNvSpPr/>
          <p:nvPr/>
        </p:nvSpPr>
        <p:spPr>
          <a:xfrm>
            <a:off x="2853842" y="4358945"/>
            <a:ext cx="292608" cy="292608"/>
          </a:xfrm>
          <a:prstGeom prst="ellipse">
            <a:avLst/>
          </a:prstGeom>
          <a:solidFill>
            <a:schemeClr val="accent1"/>
          </a:solidFill>
          <a:ln w="15875">
            <a:solidFill>
              <a:schemeClr val="bg1"/>
            </a:solidFill>
            <a:prstDash val="solid"/>
          </a:ln>
        </p:spPr>
      </p:sp>
      <p:sp>
        <p:nvSpPr>
          <p:cNvPr id="8" name="!!bt1"/>
          <p:cNvSpPr txBox="1"/>
          <p:nvPr/>
        </p:nvSpPr>
        <p:spPr>
          <a:xfrm>
            <a:off x="2853842" y="4358945"/>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bh2"/>
          <p:cNvSpPr/>
          <p:nvPr/>
        </p:nvSpPr>
        <p:spPr>
          <a:xfrm>
            <a:off x="4678070" y="3295498"/>
            <a:ext cx="493776" cy="493776"/>
          </a:xfrm>
          <a:prstGeom prst="ellipse">
            <a:avLst/>
          </a:prstGeom>
          <a:solidFill>
            <a:schemeClr val="accent1">
              <a:alpha val="16000"/>
            </a:schemeClr>
          </a:solidFill>
          <a:ln/>
        </p:spPr>
      </p:sp>
      <p:sp>
        <p:nvSpPr>
          <p:cNvPr id="10" name="!!bc2"/>
          <p:cNvSpPr/>
          <p:nvPr/>
        </p:nvSpPr>
        <p:spPr>
          <a:xfrm>
            <a:off x="4778654" y="3396082"/>
            <a:ext cx="292608" cy="292608"/>
          </a:xfrm>
          <a:prstGeom prst="ellipse">
            <a:avLst/>
          </a:prstGeom>
          <a:solidFill>
            <a:schemeClr val="accent1"/>
          </a:solidFill>
          <a:ln w="15875">
            <a:solidFill>
              <a:schemeClr val="bg1"/>
            </a:solidFill>
            <a:prstDash val="solid"/>
          </a:ln>
        </p:spPr>
      </p:sp>
      <p:sp>
        <p:nvSpPr>
          <p:cNvPr id="11" name="!!bt2"/>
          <p:cNvSpPr txBox="1"/>
          <p:nvPr/>
        </p:nvSpPr>
        <p:spPr>
          <a:xfrm>
            <a:off x="4778654" y="3396082"/>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bh3"/>
          <p:cNvSpPr/>
          <p:nvPr/>
        </p:nvSpPr>
        <p:spPr>
          <a:xfrm>
            <a:off x="6293815" y="3831336"/>
            <a:ext cx="493776" cy="493776"/>
          </a:xfrm>
          <a:prstGeom prst="ellipse">
            <a:avLst/>
          </a:prstGeom>
          <a:solidFill>
            <a:schemeClr val="accent1">
              <a:alpha val="16000"/>
            </a:schemeClr>
          </a:solidFill>
          <a:ln/>
        </p:spPr>
      </p:sp>
      <p:sp>
        <p:nvSpPr>
          <p:cNvPr id="13" name="!!bc3"/>
          <p:cNvSpPr/>
          <p:nvPr/>
        </p:nvSpPr>
        <p:spPr>
          <a:xfrm>
            <a:off x="6394399" y="3931920"/>
            <a:ext cx="292608" cy="292608"/>
          </a:xfrm>
          <a:prstGeom prst="ellipse">
            <a:avLst/>
          </a:prstGeom>
          <a:solidFill>
            <a:schemeClr val="accent1"/>
          </a:solidFill>
          <a:ln w="15875">
            <a:solidFill>
              <a:schemeClr val="bg1"/>
            </a:solidFill>
            <a:prstDash val="solid"/>
          </a:ln>
        </p:spPr>
      </p:sp>
      <p:sp>
        <p:nvSpPr>
          <p:cNvPr id="14" name="!!bt3"/>
          <p:cNvSpPr txBox="1"/>
          <p:nvPr/>
        </p:nvSpPr>
        <p:spPr>
          <a:xfrm>
            <a:off x="6394399" y="3931920"/>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bh4"/>
          <p:cNvSpPr/>
          <p:nvPr/>
        </p:nvSpPr>
        <p:spPr>
          <a:xfrm>
            <a:off x="8635594" y="5002682"/>
            <a:ext cx="493776" cy="493776"/>
          </a:xfrm>
          <a:prstGeom prst="ellipse">
            <a:avLst/>
          </a:prstGeom>
          <a:solidFill>
            <a:schemeClr val="accent1">
              <a:alpha val="16000"/>
            </a:schemeClr>
          </a:solidFill>
          <a:ln/>
        </p:spPr>
      </p:sp>
      <p:sp>
        <p:nvSpPr>
          <p:cNvPr id="16" name="!!bc4"/>
          <p:cNvSpPr/>
          <p:nvPr/>
        </p:nvSpPr>
        <p:spPr>
          <a:xfrm>
            <a:off x="8736178" y="5103266"/>
            <a:ext cx="292608" cy="292608"/>
          </a:xfrm>
          <a:prstGeom prst="ellipse">
            <a:avLst/>
          </a:prstGeom>
          <a:solidFill>
            <a:schemeClr val="accent1"/>
          </a:solidFill>
          <a:ln w="15875">
            <a:solidFill>
              <a:schemeClr val="bg1"/>
            </a:solidFill>
            <a:prstDash val="solid"/>
          </a:ln>
        </p:spPr>
      </p:sp>
      <p:sp>
        <p:nvSpPr>
          <p:cNvPr id="17" name="!!bt4"/>
          <p:cNvSpPr txBox="1"/>
          <p:nvPr/>
        </p:nvSpPr>
        <p:spPr>
          <a:xfrm>
            <a:off x="8736178" y="510326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bh5"/>
          <p:cNvSpPr/>
          <p:nvPr/>
        </p:nvSpPr>
        <p:spPr>
          <a:xfrm>
            <a:off x="4969764" y="5351983"/>
            <a:ext cx="493776" cy="493776"/>
          </a:xfrm>
          <a:prstGeom prst="ellipse">
            <a:avLst/>
          </a:prstGeom>
          <a:solidFill>
            <a:schemeClr val="accent1">
              <a:alpha val="16000"/>
            </a:schemeClr>
          </a:solidFill>
          <a:ln/>
        </p:spPr>
      </p:sp>
      <p:sp>
        <p:nvSpPr>
          <p:cNvPr id="19" name="!!bc5"/>
          <p:cNvSpPr/>
          <p:nvPr/>
        </p:nvSpPr>
        <p:spPr>
          <a:xfrm>
            <a:off x="5070348" y="5452567"/>
            <a:ext cx="292608" cy="292608"/>
          </a:xfrm>
          <a:prstGeom prst="ellipse">
            <a:avLst/>
          </a:prstGeom>
          <a:solidFill>
            <a:schemeClr val="accent1"/>
          </a:solidFill>
          <a:ln w="15875">
            <a:solidFill>
              <a:schemeClr val="bg1"/>
            </a:solidFill>
            <a:prstDash val="solid"/>
          </a:ln>
        </p:spPr>
      </p:sp>
      <p:sp>
        <p:nvSpPr>
          <p:cNvPr id="20" name="!!bt5"/>
          <p:cNvSpPr txBox="1"/>
          <p:nvPr/>
        </p:nvSpPr>
        <p:spPr>
          <a:xfrm>
            <a:off x="5070348" y="5452567"/>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pic>
        <p:nvPicPr>
          <p:cNvPr id="21" name="!!mask" descr="/tmp/claude-0/-home-user-sgqy/b70fb111-7300-56ba-abe4-4b6e17d8c33e/scratchpad/assets/v5/mask_header.png">    </p:cNvPr>
          <p:cNvPicPr>
            <a:picLocks noChangeAspect="1"/>
          </p:cNvPicPr>
          <p:nvPr/>
        </p:nvPicPr>
        <p:blipFill>
          <a:blip r:embed="rId2"/>
          <a:stretch>
            <a:fillRect/>
          </a:stretch>
        </p:blipFill>
        <p:spPr>
          <a:xfrm>
            <a:off x="0" y="0"/>
            <a:ext cx="12191695" cy="6858000"/>
          </a:xfrm>
          <a:prstGeom prst="rect">
            <a:avLst/>
          </a:prstGeom>
        </p:spPr>
      </p:pic>
      <p:sp>
        <p:nvSpPr>
          <p:cNvPr id="22" name="Text 0"/>
          <p:cNvSpPr/>
          <p:nvPr>
            <p:ph idx="102" type="body" hasCustomPrompt="1"/>
          </p:nvPr>
        </p:nvSpPr>
        <p:spPr>
          <a:xfrm>
            <a:off x="429768" y="566928"/>
            <a:ext cx="8686800" cy="292608"/>
          </a:xfrm>
          <a:prstGeom prst="rect">
            <a:avLst/>
          </a:prstGeom>
          <a:noFill/>
          <a:ln/>
        </p:spPr>
        <p:txBody>
          <a:bodyPr wrap="square" lIns="0" tIns="0" rIns="0" bIns="0" rtlCol="0" anchor="ctr"/>
          <a:lstStyle/>
          <a:p>
            <a:pPr algn="l" indent="0" marL="0">
              <a:buNone/>
            </a:pPr>
            <a:r>
              <a:rPr lang="en-US" sz="1400" dirty="0">
                <a:solidFill>
                  <a:schemeClr val="accent4"/>
                </a:solidFill>
              </a:rPr>
              <a:t>FastPass Solution – Curb to Gate</a:t>
            </a:r>
            <a:endParaRPr lang="en-US" sz="1400" dirty="0"/>
          </a:p>
        </p:txBody>
      </p:sp>
      <p:sp>
        <p:nvSpPr>
          <p:cNvPr id="23" name="Text 0"/>
          <p:cNvSpPr/>
          <p:nvPr>
            <p:ph idx="103" type="title" hasCustomPrompt="1"/>
          </p:nvPr>
        </p:nvSpPr>
        <p:spPr>
          <a:xfrm>
            <a:off x="411480" y="868680"/>
            <a:ext cx="9235440" cy="530352"/>
          </a:xfrm>
          <a:prstGeom prst="rect">
            <a:avLst/>
          </a:prstGeom>
          <a:noFill/>
          <a:ln/>
        </p:spPr>
        <p:txBody>
          <a:bodyPr wrap="square" lIns="0" tIns="0" rIns="0" bIns="0" rtlCol="0" anchor="ctr"/>
          <a:lstStyle/>
          <a:p>
            <a:pPr algn="l" indent="0" marL="0">
              <a:buNone/>
            </a:pPr>
            <a:r>
              <a:rPr lang="en-US" sz="3000" b="1" dirty="0">
                <a:solidFill>
                  <a:schemeClr val="tx1"/>
                </a:solidFill>
              </a:rPr>
              <a:t>One identity, from curb to gate</a:t>
            </a:r>
            <a:endParaRPr lang="en-US" sz="3000" dirty="0"/>
          </a:p>
        </p:txBody>
      </p:sp>
      <p:sp>
        <p:nvSpPr>
          <p:cNvPr id="24" name="Text 0"/>
          <p:cNvSpPr/>
          <p:nvPr>
            <p:ph idx="104" type="body" hasCustomPrompt="1"/>
          </p:nvPr>
        </p:nvSpPr>
        <p:spPr>
          <a:xfrm>
            <a:off x="429768" y="1417320"/>
            <a:ext cx="10607040" cy="347472"/>
          </a:xfrm>
          <a:prstGeom prst="rect">
            <a:avLst/>
          </a:prstGeom>
          <a:noFill/>
          <a:ln/>
        </p:spPr>
        <p:txBody>
          <a:bodyPr wrap="square" lIns="0" tIns="0" rIns="0" bIns="0" rtlCol="0" anchor="ctr"/>
          <a:lstStyle/>
          <a:p>
            <a:pPr algn="l" indent="0" marL="0">
              <a:buNone/>
            </a:pPr>
            <a:r>
              <a:rPr lang="en-US" sz="1500" dirty="0">
                <a:solidFill>
                  <a:schemeClr val="tx2"/>
                </a:solidFill>
              </a:rPr>
              <a:t>Six touchpoints. One verified credential. No stops for eligible travellers.</a:t>
            </a:r>
            <a:endParaRPr lang="en-US" sz="1500" dirty="0"/>
          </a:p>
        </p:txBody>
      </p:sp>
      <p:sp>
        <p:nvSpPr>
          <p:cNvPr id="25" name="!!con0"/>
          <p:cNvSpPr/>
          <p:nvPr/>
        </p:nvSpPr>
        <p:spPr>
          <a:xfrm flipV="1">
            <a:off x="1856232" y="2880360"/>
            <a:ext cx="521208" cy="2196389"/>
          </a:xfrm>
          <a:prstGeom prst="line">
            <a:avLst/>
          </a:prstGeom>
          <a:noFill/>
          <a:ln w="12700">
            <a:solidFill>
              <a:schemeClr val="accent1">
                <a:alpha val="85000"/>
              </a:schemeClr>
            </a:solidFill>
            <a:prstDash val="solid"/>
          </a:ln>
        </p:spPr>
      </p:sp>
      <p:sp>
        <p:nvSpPr>
          <p:cNvPr id="26" name="!!con1"/>
          <p:cNvSpPr/>
          <p:nvPr/>
        </p:nvSpPr>
        <p:spPr>
          <a:xfrm flipV="1">
            <a:off x="3000146" y="2880360"/>
            <a:ext cx="566014" cy="1624889"/>
          </a:xfrm>
          <a:prstGeom prst="line">
            <a:avLst/>
          </a:prstGeom>
          <a:noFill/>
          <a:ln w="12700">
            <a:solidFill>
              <a:schemeClr val="accent1">
                <a:alpha val="85000"/>
              </a:schemeClr>
            </a:solidFill>
            <a:prstDash val="solid"/>
          </a:ln>
        </p:spPr>
      </p:sp>
      <p:sp>
        <p:nvSpPr>
          <p:cNvPr id="27" name="!!con2"/>
          <p:cNvSpPr/>
          <p:nvPr/>
        </p:nvSpPr>
        <p:spPr>
          <a:xfrm flipV="1">
            <a:off x="4924958" y="2880360"/>
            <a:ext cx="561442" cy="662026"/>
          </a:xfrm>
          <a:prstGeom prst="line">
            <a:avLst/>
          </a:prstGeom>
          <a:noFill/>
          <a:ln w="12700">
            <a:solidFill>
              <a:schemeClr val="accent1">
                <a:alpha val="85000"/>
              </a:schemeClr>
            </a:solidFill>
            <a:prstDash val="solid"/>
          </a:ln>
        </p:spPr>
      </p:sp>
      <p:sp>
        <p:nvSpPr>
          <p:cNvPr id="28" name="!!con3"/>
          <p:cNvSpPr/>
          <p:nvPr/>
        </p:nvSpPr>
        <p:spPr>
          <a:xfrm flipV="1">
            <a:off x="6540703" y="2880360"/>
            <a:ext cx="1048817" cy="1197864"/>
          </a:xfrm>
          <a:prstGeom prst="line">
            <a:avLst/>
          </a:prstGeom>
          <a:noFill/>
          <a:ln w="12700">
            <a:solidFill>
              <a:schemeClr val="accent1">
                <a:alpha val="85000"/>
              </a:schemeClr>
            </a:solidFill>
            <a:prstDash val="solid"/>
          </a:ln>
        </p:spPr>
      </p:sp>
      <p:sp>
        <p:nvSpPr>
          <p:cNvPr id="29" name="!!con4"/>
          <p:cNvSpPr/>
          <p:nvPr/>
        </p:nvSpPr>
        <p:spPr>
          <a:xfrm flipV="1">
            <a:off x="8882482" y="2880360"/>
            <a:ext cx="993038" cy="2369210"/>
          </a:xfrm>
          <a:prstGeom prst="line">
            <a:avLst/>
          </a:prstGeom>
          <a:noFill/>
          <a:ln w="12700">
            <a:solidFill>
              <a:schemeClr val="accent1">
                <a:alpha val="85000"/>
              </a:schemeClr>
            </a:solidFill>
            <a:prstDash val="solid"/>
          </a:ln>
        </p:spPr>
      </p:sp>
      <p:sp>
        <p:nvSpPr>
          <p:cNvPr id="30" name="!!con5"/>
          <p:cNvSpPr/>
          <p:nvPr/>
        </p:nvSpPr>
        <p:spPr>
          <a:xfrm>
            <a:off x="5216652" y="5598871"/>
            <a:ext cx="864108" cy="299009"/>
          </a:xfrm>
          <a:prstGeom prst="line">
            <a:avLst/>
          </a:prstGeom>
          <a:noFill/>
          <a:ln w="12700">
            <a:solidFill>
              <a:schemeClr val="accent1">
                <a:alpha val="85000"/>
              </a:schemeClr>
            </a:solidFill>
            <a:prstDash val="solid"/>
          </a:ln>
        </p:spPr>
      </p:sp>
      <p:sp>
        <p:nvSpPr>
          <p:cNvPr id="31" name="!!tvl"/>
          <p:cNvSpPr/>
          <p:nvPr/>
        </p:nvSpPr>
        <p:spPr>
          <a:xfrm>
            <a:off x="2020467" y="3724088"/>
            <a:ext cx="2503985" cy="86217"/>
          </a:xfrm>
          <a:prstGeom prst="line">
            <a:avLst/>
          </a:prstGeom>
          <a:noFill/>
          <a:ln w="12700">
            <a:solidFill>
              <a:schemeClr val="accent1"/>
            </a:solidFill>
            <a:prstDash val="dash"/>
          </a:ln>
        </p:spPr>
      </p:sp>
      <p:sp>
        <p:nvSpPr>
          <p:cNvPr id="32" name="!!tvo"/>
          <p:cNvSpPr/>
          <p:nvPr/>
        </p:nvSpPr>
        <p:spPr>
          <a:xfrm>
            <a:off x="768096" y="3054096"/>
            <a:ext cx="1298448" cy="1298448"/>
          </a:xfrm>
          <a:prstGeom prst="ellipse">
            <a:avLst/>
          </a:prstGeom>
          <a:solidFill>
            <a:schemeClr val="bg1"/>
          </a:solidFill>
          <a:ln w="19050">
            <a:solidFill>
              <a:schemeClr val="accent1"/>
            </a:solidFill>
            <a:prstDash val="solid"/>
          </a:ln>
          <a:effectLst>
            <a:outerShdw sx="100000" sy="100000" kx="0" ky="0" algn="bl" rotWithShape="0" blurRad="203200" dist="38100" dir="5400000">
              <a:srgbClr val="0A1628">
                <a:alpha val="10000"/>
              </a:srgbClr>
            </a:outerShdw>
          </a:effectLst>
        </p:spPr>
      </p:sp>
      <p:sp>
        <p:nvSpPr>
          <p:cNvPr id="33" name="!!tvs"/>
          <p:cNvSpPr/>
          <p:nvPr/>
        </p:nvSpPr>
        <p:spPr>
          <a:xfrm>
            <a:off x="905256" y="3337560"/>
            <a:ext cx="1024128" cy="603504"/>
          </a:xfrm>
          <a:prstGeom prst="roundRect">
            <a:avLst>
              <a:gd name="adj" fmla="val 9091"/>
            </a:avLst>
          </a:prstGeom>
          <a:solidFill>
            <a:srgbClr val="0E1B2D"/>
          </a:solidFill>
          <a:ln w="9525">
            <a:solidFill>
              <a:schemeClr val="accent1"/>
            </a:solidFill>
            <a:prstDash val="solid"/>
          </a:ln>
        </p:spPr>
      </p:sp>
      <p:sp>
        <p:nvSpPr>
          <p:cNvPr id="34" name="!!tvf"/>
          <p:cNvSpPr/>
          <p:nvPr/>
        </p:nvSpPr>
        <p:spPr>
          <a:xfrm>
            <a:off x="987552" y="3419856"/>
            <a:ext cx="246888" cy="246888"/>
          </a:xfrm>
          <a:prstGeom prst="ellipse">
            <a:avLst/>
          </a:prstGeom>
          <a:solidFill>
            <a:srgbClr val="E7CDB4"/>
          </a:solidFill>
          <a:ln/>
        </p:spPr>
      </p:sp>
      <p:sp>
        <p:nvSpPr>
          <p:cNvPr id="35" name="!!tvn"/>
          <p:cNvSpPr txBox="1"/>
          <p:nvPr/>
        </p:nvSpPr>
        <p:spPr>
          <a:xfrm>
            <a:off x="1280160" y="3401568"/>
            <a:ext cx="621792" cy="155448"/>
          </a:xfrm>
          <a:prstGeom prst="rect">
            <a:avLst/>
          </a:prstGeom>
          <a:noFill/>
          <a:ln/>
        </p:spPr>
        <p:txBody>
          <a:bodyPr wrap="square" lIns="0" tIns="0" rIns="0" bIns="0" rtlCol="0" anchor="ctr"/>
          <a:lstStyle/>
          <a:p>
            <a:pPr indent="0" marL="0">
              <a:buNone/>
            </a:pPr>
            <a:r>
              <a:rPr lang="en-US" sz="900" b="1" dirty="0">
                <a:solidFill>
                  <a:srgbClr val="FFFFFF"/>
                </a:solidFill>
              </a:rPr>
              <a:t>TAN M. Y.</a:t>
            </a:r>
            <a:endParaRPr lang="en-US" sz="900" dirty="0"/>
          </a:p>
        </p:txBody>
      </p:sp>
      <p:sp>
        <p:nvSpPr>
          <p:cNvPr id="36" name="!!tvq"/>
          <p:cNvSpPr txBox="1"/>
          <p:nvPr/>
        </p:nvSpPr>
        <p:spPr>
          <a:xfrm>
            <a:off x="1280160" y="3557016"/>
            <a:ext cx="621792" cy="118872"/>
          </a:xfrm>
          <a:prstGeom prst="rect">
            <a:avLst/>
          </a:prstGeom>
          <a:noFill/>
          <a:ln/>
        </p:spPr>
        <p:txBody>
          <a:bodyPr wrap="square" lIns="0" tIns="0" rIns="0" bIns="0" rtlCol="0" anchor="ctr"/>
          <a:lstStyle/>
          <a:p>
            <a:pPr indent="0" marL="0">
              <a:buNone/>
            </a:pPr>
            <a:r>
              <a:rPr lang="en-US" sz="700" dirty="0">
                <a:solidFill>
                  <a:srgbClr val="9AA8BC"/>
                </a:solidFill>
              </a:rPr>
              <a:t>SQ 322 · B12</a:t>
            </a:r>
            <a:endParaRPr lang="en-US" sz="700" dirty="0"/>
          </a:p>
        </p:txBody>
      </p:sp>
      <p:sp>
        <p:nvSpPr>
          <p:cNvPr id="37" name="!!tvg"/>
          <p:cNvSpPr/>
          <p:nvPr/>
        </p:nvSpPr>
        <p:spPr>
          <a:xfrm>
            <a:off x="987552" y="3739896"/>
            <a:ext cx="859536" cy="146304"/>
          </a:xfrm>
          <a:prstGeom prst="roundRect">
            <a:avLst>
              <a:gd name="adj" fmla="val 50000"/>
            </a:avLst>
          </a:prstGeom>
          <a:solidFill>
            <a:schemeClr val="accent2"/>
          </a:solidFill>
          <a:ln/>
        </p:spPr>
      </p:sp>
      <p:sp>
        <p:nvSpPr>
          <p:cNvPr id="38" name="!!tvc"/>
          <p:cNvSpPr txBox="1"/>
          <p:nvPr/>
        </p:nvSpPr>
        <p:spPr>
          <a:xfrm>
            <a:off x="987552" y="3739896"/>
            <a:ext cx="859536" cy="146304"/>
          </a:xfrm>
          <a:prstGeom prst="rect">
            <a:avLst/>
          </a:prstGeom>
          <a:noFill/>
          <a:ln/>
        </p:spPr>
        <p:txBody>
          <a:bodyPr wrap="square" lIns="0" tIns="0" rIns="0" bIns="0" rtlCol="0" anchor="ctr"/>
          <a:lstStyle/>
          <a:p>
            <a:pPr algn="ctr" indent="0" marL="0">
              <a:buNone/>
            </a:pPr>
            <a:r>
              <a:rPr lang="en-US" sz="800" b="1" spc="100" kern="0" dirty="0">
                <a:solidFill>
                  <a:srgbClr val="FFFFFF"/>
                </a:solidFill>
              </a:rPr>
              <a:t>CLEARED</a:t>
            </a:r>
            <a:endParaRPr lang="en-US" sz="800" dirty="0"/>
          </a:p>
        </p:txBody>
      </p:sp>
      <p:sp>
        <p:nvSpPr>
          <p:cNvPr id="39" name="!!tvx"/>
          <p:cNvSpPr txBox="1"/>
          <p:nvPr/>
        </p:nvSpPr>
        <p:spPr>
          <a:xfrm>
            <a:off x="914400" y="4014216"/>
            <a:ext cx="1005840" cy="146304"/>
          </a:xfrm>
          <a:prstGeom prst="rect">
            <a:avLst/>
          </a:prstGeom>
          <a:noFill/>
          <a:ln/>
        </p:spPr>
        <p:txBody>
          <a:bodyPr wrap="square" lIns="0" tIns="0" rIns="0" bIns="0" rtlCol="0" anchor="ctr"/>
          <a:lstStyle/>
          <a:p>
            <a:pPr algn="ctr" indent="0" marL="0">
              <a:buNone/>
            </a:pPr>
            <a:r>
              <a:rPr lang="en-US" sz="800" b="1" spc="150" kern="0" dirty="0">
                <a:solidFill>
                  <a:schemeClr val="accent1"/>
                </a:solidFill>
              </a:rPr>
              <a:t>STATUS TV</a:t>
            </a:r>
            <a:endParaRPr lang="en-US" sz="800" dirty="0"/>
          </a:p>
        </p:txBody>
      </p:sp>
      <p:sp>
        <p:nvSpPr>
          <p:cNvPr id="40" name="!!card0"/>
          <p:cNvSpPr/>
          <p:nvPr/>
        </p:nvSpPr>
        <p:spPr>
          <a:xfrm>
            <a:off x="54864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41" name="!!num0c"/>
          <p:cNvSpPr/>
          <p:nvPr/>
        </p:nvSpPr>
        <p:spPr>
          <a:xfrm>
            <a:off x="676656" y="2121408"/>
            <a:ext cx="274320" cy="274320"/>
          </a:xfrm>
          <a:prstGeom prst="ellipse">
            <a:avLst/>
          </a:prstGeom>
          <a:solidFill>
            <a:schemeClr val="accent1"/>
          </a:solidFill>
          <a:ln/>
        </p:spPr>
      </p:sp>
      <p:sp>
        <p:nvSpPr>
          <p:cNvPr id="42" name="!!num0t"/>
          <p:cNvSpPr txBox="1"/>
          <p:nvPr/>
        </p:nvSpPr>
        <p:spPr>
          <a:xfrm>
            <a:off x="67665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3" name="!!ttl0"/>
          <p:cNvSpPr txBox="1"/>
          <p:nvPr/>
        </p:nvSpPr>
        <p:spPr>
          <a:xfrm>
            <a:off x="104241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Enrol at home</a:t>
            </a:r>
            <a:endParaRPr lang="en-US" sz="1400" dirty="0"/>
          </a:p>
        </p:txBody>
      </p:sp>
      <p:pic>
        <p:nvPicPr>
          <p:cNvPr id="44" name="!!img0" descr="/tmp/claude-0/-home-user-sgqy/b70fb111-7300-56ba-abe4-4b6e17d8c33e/scratchpad/assets/v5/t1.png">    </p:cNvPr>
          <p:cNvPicPr>
            <a:picLocks noChangeAspect="1"/>
          </p:cNvPicPr>
          <p:nvPr/>
        </p:nvPicPr>
        <p:blipFill>
          <a:blip r:embed="rId3"/>
          <a:stretch>
            <a:fillRect/>
          </a:stretch>
        </p:blipFill>
        <p:spPr>
          <a:xfrm>
            <a:off x="676656" y="2487168"/>
            <a:ext cx="457200" cy="318052"/>
          </a:xfrm>
          <a:prstGeom prst="rect">
            <a:avLst/>
          </a:prstGeom>
        </p:spPr>
      </p:pic>
      <p:sp>
        <p:nvSpPr>
          <p:cNvPr id="45" name="!!prd0"/>
          <p:cNvSpPr txBox="1"/>
          <p:nvPr/>
        </p:nvSpPr>
        <p:spPr>
          <a:xfrm>
            <a:off x="122529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FastPass App</a:t>
            </a:r>
            <a:endParaRPr lang="en-US" sz="1100" dirty="0"/>
          </a:p>
        </p:txBody>
      </p:sp>
      <p:sp>
        <p:nvSpPr>
          <p:cNvPr id="46" name="!!card1"/>
          <p:cNvSpPr/>
          <p:nvPr/>
        </p:nvSpPr>
        <p:spPr>
          <a:xfrm>
            <a:off x="274320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47" name="!!num1c"/>
          <p:cNvSpPr/>
          <p:nvPr/>
        </p:nvSpPr>
        <p:spPr>
          <a:xfrm>
            <a:off x="2871216" y="2121408"/>
            <a:ext cx="274320" cy="274320"/>
          </a:xfrm>
          <a:prstGeom prst="ellipse">
            <a:avLst/>
          </a:prstGeom>
          <a:solidFill>
            <a:schemeClr val="accent1"/>
          </a:solidFill>
          <a:ln/>
        </p:spPr>
      </p:sp>
      <p:sp>
        <p:nvSpPr>
          <p:cNvPr id="48" name="!!num1t"/>
          <p:cNvSpPr txBox="1"/>
          <p:nvPr/>
        </p:nvSpPr>
        <p:spPr>
          <a:xfrm>
            <a:off x="287121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49" name="!!ttl1"/>
          <p:cNvSpPr txBox="1"/>
          <p:nvPr/>
        </p:nvSpPr>
        <p:spPr>
          <a:xfrm>
            <a:off x="323697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Approach</a:t>
            </a:r>
            <a:endParaRPr lang="en-US" sz="1400" dirty="0"/>
          </a:p>
        </p:txBody>
      </p:sp>
      <p:pic>
        <p:nvPicPr>
          <p:cNvPr id="50" name="!!img1" descr="/tmp/claude-0/-home-user-sgqy/b70fb111-7300-56ba-abe4-4b6e17d8c33e/scratchpad/assets/v5/t2.png">    </p:cNvPr>
          <p:cNvPicPr>
            <a:picLocks noChangeAspect="1"/>
          </p:cNvPicPr>
          <p:nvPr/>
        </p:nvPicPr>
        <p:blipFill>
          <a:blip r:embed="rId4"/>
          <a:stretch>
            <a:fillRect/>
          </a:stretch>
        </p:blipFill>
        <p:spPr>
          <a:xfrm>
            <a:off x="2871216" y="2487168"/>
            <a:ext cx="457200" cy="318052"/>
          </a:xfrm>
          <a:prstGeom prst="rect">
            <a:avLst/>
          </a:prstGeom>
        </p:spPr>
      </p:pic>
      <p:sp>
        <p:nvSpPr>
          <p:cNvPr id="51" name="!!prd1"/>
          <p:cNvSpPr txBox="1"/>
          <p:nvPr/>
        </p:nvSpPr>
        <p:spPr>
          <a:xfrm>
            <a:off x="341985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BLE lane pairing</a:t>
            </a:r>
            <a:endParaRPr lang="en-US" sz="1100" dirty="0"/>
          </a:p>
        </p:txBody>
      </p:sp>
      <p:sp>
        <p:nvSpPr>
          <p:cNvPr id="52" name="!!card2"/>
          <p:cNvSpPr/>
          <p:nvPr/>
        </p:nvSpPr>
        <p:spPr>
          <a:xfrm>
            <a:off x="493776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53" name="!!num2c"/>
          <p:cNvSpPr/>
          <p:nvPr/>
        </p:nvSpPr>
        <p:spPr>
          <a:xfrm>
            <a:off x="5065776" y="2121408"/>
            <a:ext cx="274320" cy="274320"/>
          </a:xfrm>
          <a:prstGeom prst="ellipse">
            <a:avLst/>
          </a:prstGeom>
          <a:solidFill>
            <a:schemeClr val="accent1"/>
          </a:solidFill>
          <a:ln/>
        </p:spPr>
      </p:sp>
      <p:sp>
        <p:nvSpPr>
          <p:cNvPr id="54" name="!!num2t"/>
          <p:cNvSpPr txBox="1"/>
          <p:nvPr/>
        </p:nvSpPr>
        <p:spPr>
          <a:xfrm>
            <a:off x="506577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55" name="!!ttl2"/>
          <p:cNvSpPr txBox="1"/>
          <p:nvPr/>
        </p:nvSpPr>
        <p:spPr>
          <a:xfrm>
            <a:off x="543153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Walk through</a:t>
            </a:r>
            <a:endParaRPr lang="en-US" sz="1400" dirty="0"/>
          </a:p>
        </p:txBody>
      </p:sp>
      <p:pic>
        <p:nvPicPr>
          <p:cNvPr id="56" name="!!img2" descr="/tmp/claude-0/-home-user-sgqy/b70fb111-7300-56ba-abe4-4b6e17d8c33e/scratchpad/assets/v5/t3.png">    </p:cNvPr>
          <p:cNvPicPr>
            <a:picLocks noChangeAspect="1"/>
          </p:cNvPicPr>
          <p:nvPr/>
        </p:nvPicPr>
        <p:blipFill>
          <a:blip r:embed="rId5"/>
          <a:stretch>
            <a:fillRect/>
          </a:stretch>
        </p:blipFill>
        <p:spPr>
          <a:xfrm>
            <a:off x="5065776" y="2487168"/>
            <a:ext cx="457200" cy="318052"/>
          </a:xfrm>
          <a:prstGeom prst="rect">
            <a:avLst/>
          </a:prstGeom>
        </p:spPr>
      </p:pic>
      <p:sp>
        <p:nvSpPr>
          <p:cNvPr id="57" name="!!prd2"/>
          <p:cNvSpPr txBox="1"/>
          <p:nvPr/>
        </p:nvSpPr>
        <p:spPr>
          <a:xfrm>
            <a:off x="561441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Biometric E-Gate</a:t>
            </a:r>
            <a:endParaRPr lang="en-US" sz="1100" dirty="0"/>
          </a:p>
        </p:txBody>
      </p:sp>
      <p:sp>
        <p:nvSpPr>
          <p:cNvPr id="58" name="!!card3"/>
          <p:cNvSpPr/>
          <p:nvPr/>
        </p:nvSpPr>
        <p:spPr>
          <a:xfrm>
            <a:off x="7132320" y="2011680"/>
            <a:ext cx="20574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59" name="!!num3c"/>
          <p:cNvSpPr/>
          <p:nvPr/>
        </p:nvSpPr>
        <p:spPr>
          <a:xfrm>
            <a:off x="7260336" y="2121408"/>
            <a:ext cx="274320" cy="274320"/>
          </a:xfrm>
          <a:prstGeom prst="ellipse">
            <a:avLst/>
          </a:prstGeom>
          <a:solidFill>
            <a:schemeClr val="accent1"/>
          </a:solidFill>
          <a:ln/>
        </p:spPr>
      </p:sp>
      <p:sp>
        <p:nvSpPr>
          <p:cNvPr id="60" name="!!num3t"/>
          <p:cNvSpPr txBox="1"/>
          <p:nvPr/>
        </p:nvSpPr>
        <p:spPr>
          <a:xfrm>
            <a:off x="726033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61" name="!!ttl3"/>
          <p:cNvSpPr txBox="1"/>
          <p:nvPr/>
        </p:nvSpPr>
        <p:spPr>
          <a:xfrm>
            <a:off x="7626096" y="2093976"/>
            <a:ext cx="1472184" cy="329184"/>
          </a:xfrm>
          <a:prstGeom prst="rect">
            <a:avLst/>
          </a:prstGeom>
          <a:noFill/>
          <a:ln/>
        </p:spPr>
        <p:txBody>
          <a:bodyPr wrap="square" lIns="0" tIns="0" rIns="0" bIns="0" rtlCol="0" anchor="ctr"/>
          <a:lstStyle/>
          <a:p>
            <a:pPr indent="0" marL="0">
              <a:buNone/>
            </a:pPr>
            <a:r>
              <a:rPr lang="en-US" sz="1400" b="1" dirty="0">
                <a:solidFill>
                  <a:schemeClr val="tx1"/>
                </a:solidFill>
              </a:rPr>
              <a:t>Pre-screen</a:t>
            </a:r>
            <a:endParaRPr lang="en-US" sz="1400" dirty="0"/>
          </a:p>
        </p:txBody>
      </p:sp>
      <p:pic>
        <p:nvPicPr>
          <p:cNvPr id="62" name="!!img3" descr="/tmp/claude-0/-home-user-sgqy/b70fb111-7300-56ba-abe4-4b6e17d8c33e/scratchpad/assets/v5/t4.png">    </p:cNvPr>
          <p:cNvPicPr>
            <a:picLocks noChangeAspect="1"/>
          </p:cNvPicPr>
          <p:nvPr/>
        </p:nvPicPr>
        <p:blipFill>
          <a:blip r:embed="rId6"/>
          <a:stretch>
            <a:fillRect/>
          </a:stretch>
        </p:blipFill>
        <p:spPr>
          <a:xfrm>
            <a:off x="7260336" y="2487168"/>
            <a:ext cx="457200" cy="318052"/>
          </a:xfrm>
          <a:prstGeom prst="rect">
            <a:avLst/>
          </a:prstGeom>
        </p:spPr>
      </p:pic>
      <p:sp>
        <p:nvSpPr>
          <p:cNvPr id="63" name="!!prd3"/>
          <p:cNvSpPr txBox="1"/>
          <p:nvPr/>
        </p:nvSpPr>
        <p:spPr>
          <a:xfrm>
            <a:off x="7808976" y="2468880"/>
            <a:ext cx="1307592" cy="347472"/>
          </a:xfrm>
          <a:prstGeom prst="rect">
            <a:avLst/>
          </a:prstGeom>
          <a:noFill/>
          <a:ln/>
        </p:spPr>
        <p:txBody>
          <a:bodyPr wrap="square" lIns="0" tIns="0" rIns="0" bIns="0" rtlCol="0" anchor="ctr"/>
          <a:lstStyle/>
          <a:p>
            <a:pPr indent="0" marL="0">
              <a:buNone/>
            </a:pPr>
            <a:r>
              <a:rPr lang="en-US" sz="1100" b="1" dirty="0">
                <a:solidFill>
                  <a:schemeClr val="accent1"/>
                </a:solidFill>
              </a:rPr>
              <a:t>Profile Check</a:t>
            </a:r>
            <a:endParaRPr lang="en-US" sz="1100" dirty="0"/>
          </a:p>
        </p:txBody>
      </p:sp>
      <p:sp>
        <p:nvSpPr>
          <p:cNvPr id="64" name="!!card4"/>
          <p:cNvSpPr/>
          <p:nvPr/>
        </p:nvSpPr>
        <p:spPr>
          <a:xfrm>
            <a:off x="9326880" y="2011680"/>
            <a:ext cx="2316175"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65" name="!!num4c"/>
          <p:cNvSpPr/>
          <p:nvPr/>
        </p:nvSpPr>
        <p:spPr>
          <a:xfrm>
            <a:off x="9454896" y="2121408"/>
            <a:ext cx="274320" cy="274320"/>
          </a:xfrm>
          <a:prstGeom prst="ellipse">
            <a:avLst/>
          </a:prstGeom>
          <a:solidFill>
            <a:schemeClr val="accent1"/>
          </a:solidFill>
          <a:ln/>
        </p:spPr>
      </p:sp>
      <p:sp>
        <p:nvSpPr>
          <p:cNvPr id="66" name="!!num4t"/>
          <p:cNvSpPr txBox="1"/>
          <p:nvPr/>
        </p:nvSpPr>
        <p:spPr>
          <a:xfrm>
            <a:off x="9454896" y="212140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67" name="!!ttl4"/>
          <p:cNvSpPr txBox="1"/>
          <p:nvPr/>
        </p:nvSpPr>
        <p:spPr>
          <a:xfrm>
            <a:off x="9820656" y="2093976"/>
            <a:ext cx="1730959" cy="329184"/>
          </a:xfrm>
          <a:prstGeom prst="rect">
            <a:avLst/>
          </a:prstGeom>
          <a:noFill/>
          <a:ln/>
        </p:spPr>
        <p:txBody>
          <a:bodyPr wrap="square" lIns="0" tIns="0" rIns="0" bIns="0" rtlCol="0" anchor="ctr"/>
          <a:lstStyle/>
          <a:p>
            <a:pPr indent="0" marL="0">
              <a:buNone/>
            </a:pPr>
            <a:r>
              <a:rPr lang="en-US" sz="1400" b="1" dirty="0">
                <a:solidFill>
                  <a:schemeClr val="tx1"/>
                </a:solidFill>
              </a:rPr>
              <a:t>Board</a:t>
            </a:r>
            <a:endParaRPr lang="en-US" sz="1400" dirty="0"/>
          </a:p>
        </p:txBody>
      </p:sp>
      <p:pic>
        <p:nvPicPr>
          <p:cNvPr id="68" name="!!img4" descr="/tmp/claude-0/-home-user-sgqy/b70fb111-7300-56ba-abe4-4b6e17d8c33e/scratchpad/assets/v5/t5.png">    </p:cNvPr>
          <p:cNvPicPr>
            <a:picLocks noChangeAspect="1"/>
          </p:cNvPicPr>
          <p:nvPr/>
        </p:nvPicPr>
        <p:blipFill>
          <a:blip r:embed="rId7"/>
          <a:stretch>
            <a:fillRect/>
          </a:stretch>
        </p:blipFill>
        <p:spPr>
          <a:xfrm>
            <a:off x="9454896" y="2487168"/>
            <a:ext cx="457200" cy="318052"/>
          </a:xfrm>
          <a:prstGeom prst="rect">
            <a:avLst/>
          </a:prstGeom>
        </p:spPr>
      </p:pic>
      <p:sp>
        <p:nvSpPr>
          <p:cNvPr id="69" name="!!prd4"/>
          <p:cNvSpPr txBox="1"/>
          <p:nvPr/>
        </p:nvSpPr>
        <p:spPr>
          <a:xfrm>
            <a:off x="10003536" y="2468880"/>
            <a:ext cx="1566367" cy="347472"/>
          </a:xfrm>
          <a:prstGeom prst="rect">
            <a:avLst/>
          </a:prstGeom>
          <a:noFill/>
          <a:ln/>
        </p:spPr>
        <p:txBody>
          <a:bodyPr wrap="square" lIns="0" tIns="0" rIns="0" bIns="0" rtlCol="0" anchor="ctr"/>
          <a:lstStyle/>
          <a:p>
            <a:pPr indent="0" marL="0">
              <a:buNone/>
            </a:pPr>
            <a:r>
              <a:rPr lang="en-US" sz="1100" b="1" dirty="0">
                <a:solidFill>
                  <a:schemeClr val="accent1"/>
                </a:solidFill>
              </a:rPr>
              <a:t>Smart Boarding Kiosk</a:t>
            </a:r>
            <a:endParaRPr lang="en-US" sz="1100" dirty="0"/>
          </a:p>
        </p:txBody>
      </p:sp>
      <p:sp>
        <p:nvSpPr>
          <p:cNvPr id="70" name="!!card5"/>
          <p:cNvSpPr/>
          <p:nvPr/>
        </p:nvSpPr>
        <p:spPr>
          <a:xfrm>
            <a:off x="6080760" y="5486400"/>
            <a:ext cx="2286000" cy="868680"/>
          </a:xfrm>
          <a:prstGeom prst="roundRect">
            <a:avLst>
              <a:gd name="adj" fmla="val 14737"/>
            </a:avLst>
          </a:prstGeom>
          <a:solidFill>
            <a:schemeClr val="bg1"/>
          </a:solidFill>
          <a:ln/>
          <a:effectLst>
            <a:outerShdw sx="100000" sy="100000" kx="0" ky="0" algn="bl" rotWithShape="0" blurRad="203200" dist="38100" dir="5400000">
              <a:srgbClr val="0A1628">
                <a:alpha val="10000"/>
              </a:srgbClr>
            </a:outerShdw>
          </a:effectLst>
        </p:spPr>
      </p:sp>
      <p:sp>
        <p:nvSpPr>
          <p:cNvPr id="71" name="!!num5c"/>
          <p:cNvSpPr/>
          <p:nvPr/>
        </p:nvSpPr>
        <p:spPr>
          <a:xfrm>
            <a:off x="6208776" y="5596128"/>
            <a:ext cx="274320" cy="274320"/>
          </a:xfrm>
          <a:prstGeom prst="ellipse">
            <a:avLst/>
          </a:prstGeom>
          <a:solidFill>
            <a:schemeClr val="accent1"/>
          </a:solidFill>
          <a:ln/>
        </p:spPr>
      </p:sp>
      <p:sp>
        <p:nvSpPr>
          <p:cNvPr id="72" name="!!num5t"/>
          <p:cNvSpPr txBox="1"/>
          <p:nvPr/>
        </p:nvSpPr>
        <p:spPr>
          <a:xfrm>
            <a:off x="6208776" y="559612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73" name="!!ttl5"/>
          <p:cNvSpPr txBox="1"/>
          <p:nvPr/>
        </p:nvSpPr>
        <p:spPr>
          <a:xfrm>
            <a:off x="6574536" y="5568696"/>
            <a:ext cx="1700784" cy="329184"/>
          </a:xfrm>
          <a:prstGeom prst="rect">
            <a:avLst/>
          </a:prstGeom>
          <a:noFill/>
          <a:ln/>
        </p:spPr>
        <p:txBody>
          <a:bodyPr wrap="square" lIns="0" tIns="0" rIns="0" bIns="0" rtlCol="0" anchor="ctr"/>
          <a:lstStyle/>
          <a:p>
            <a:pPr indent="0" marL="0">
              <a:buNone/>
            </a:pPr>
            <a:r>
              <a:rPr lang="en-US" sz="1400" b="1" dirty="0">
                <a:solidFill>
                  <a:schemeClr val="tx1"/>
                </a:solidFill>
              </a:rPr>
              <a:t>Oversee</a:t>
            </a:r>
            <a:endParaRPr lang="en-US" sz="1400" dirty="0"/>
          </a:p>
        </p:txBody>
      </p:sp>
      <p:pic>
        <p:nvPicPr>
          <p:cNvPr id="74" name="!!img5" descr="/tmp/claude-0/-home-user-sgqy/b70fb111-7300-56ba-abe4-4b6e17d8c33e/scratchpad/assets/v5/t6.png">    </p:cNvPr>
          <p:cNvPicPr>
            <a:picLocks noChangeAspect="1"/>
          </p:cNvPicPr>
          <p:nvPr/>
        </p:nvPicPr>
        <p:blipFill>
          <a:blip r:embed="rId8"/>
          <a:stretch>
            <a:fillRect/>
          </a:stretch>
        </p:blipFill>
        <p:spPr>
          <a:xfrm>
            <a:off x="6208776" y="5961888"/>
            <a:ext cx="457200" cy="318052"/>
          </a:xfrm>
          <a:prstGeom prst="rect">
            <a:avLst/>
          </a:prstGeom>
        </p:spPr>
      </p:pic>
      <p:sp>
        <p:nvSpPr>
          <p:cNvPr id="75" name="!!prd5"/>
          <p:cNvSpPr txBox="1"/>
          <p:nvPr/>
        </p:nvSpPr>
        <p:spPr>
          <a:xfrm>
            <a:off x="6757416" y="5943600"/>
            <a:ext cx="1536192" cy="347472"/>
          </a:xfrm>
          <a:prstGeom prst="rect">
            <a:avLst/>
          </a:prstGeom>
          <a:noFill/>
          <a:ln/>
        </p:spPr>
        <p:txBody>
          <a:bodyPr wrap="square" lIns="0" tIns="0" rIns="0" bIns="0" rtlCol="0" anchor="ctr"/>
          <a:lstStyle/>
          <a:p>
            <a:pPr indent="0" marL="0">
              <a:buNone/>
            </a:pPr>
            <a:r>
              <a:rPr lang="en-US" sz="1100" b="1" dirty="0">
                <a:solidFill>
                  <a:schemeClr val="accent1"/>
                </a:solidFill>
              </a:rPr>
              <a:t>AGIL® Secure ISMP</a:t>
            </a:r>
            <a:endParaRPr lang="en-US" sz="1100" dirty="0"/>
          </a:p>
        </p:txBody>
      </p:sp>
      <p:sp>
        <p:nvSpPr>
          <p:cNvPr id="76" name="obj-185">
            <a:hlinkClick r:id="rId9" tooltip="Zoom into step 1" action="ppaction://hlinksldjump"/>
          </p:cNvPr>
          <p:cNvSpPr/>
          <p:nvPr/>
        </p:nvSpPr>
        <p:spPr>
          <a:xfrm>
            <a:off x="548640" y="2011680"/>
            <a:ext cx="2057400" cy="868680"/>
          </a:xfrm>
          <a:prstGeom prst="rect">
            <a:avLst/>
          </a:prstGeom>
          <a:solidFill>
            <a:srgbClr val="FFFFFF">
              <a:alpha val="0"/>
            </a:srgbClr>
          </a:solidFill>
          <a:ln/>
        </p:spPr>
      </p:sp>
      <p:sp>
        <p:nvSpPr>
          <p:cNvPr id="77" name="obj-186">
            <a:hlinkClick r:id="rId10" tooltip="Zoom into step 1" action="ppaction://hlinksldjump"/>
          </p:cNvPr>
          <p:cNvSpPr/>
          <p:nvPr/>
        </p:nvSpPr>
        <p:spPr>
          <a:xfrm>
            <a:off x="1581912" y="4802429"/>
            <a:ext cx="548640" cy="548640"/>
          </a:xfrm>
          <a:prstGeom prst="rect">
            <a:avLst/>
          </a:prstGeom>
          <a:solidFill>
            <a:srgbClr val="FFFFFF">
              <a:alpha val="0"/>
            </a:srgbClr>
          </a:solidFill>
          <a:ln/>
        </p:spPr>
      </p:sp>
      <p:sp>
        <p:nvSpPr>
          <p:cNvPr id="78" name="obj-187">
            <a:hlinkClick r:id="rId11" tooltip="Zoom into step 2" action="ppaction://hlinksldjump"/>
          </p:cNvPr>
          <p:cNvSpPr/>
          <p:nvPr/>
        </p:nvSpPr>
        <p:spPr>
          <a:xfrm>
            <a:off x="2743200" y="2011680"/>
            <a:ext cx="2057400" cy="868680"/>
          </a:xfrm>
          <a:prstGeom prst="rect">
            <a:avLst/>
          </a:prstGeom>
          <a:solidFill>
            <a:srgbClr val="FFFFFF">
              <a:alpha val="0"/>
            </a:srgbClr>
          </a:solidFill>
          <a:ln/>
        </p:spPr>
      </p:sp>
      <p:sp>
        <p:nvSpPr>
          <p:cNvPr id="79" name="obj-188">
            <a:hlinkClick r:id="rId12" tooltip="Zoom into step 2" action="ppaction://hlinksldjump"/>
          </p:cNvPr>
          <p:cNvSpPr/>
          <p:nvPr/>
        </p:nvSpPr>
        <p:spPr>
          <a:xfrm>
            <a:off x="2725826" y="4230929"/>
            <a:ext cx="548640" cy="548640"/>
          </a:xfrm>
          <a:prstGeom prst="rect">
            <a:avLst/>
          </a:prstGeom>
          <a:solidFill>
            <a:srgbClr val="FFFFFF">
              <a:alpha val="0"/>
            </a:srgbClr>
          </a:solidFill>
          <a:ln/>
        </p:spPr>
      </p:sp>
      <p:sp>
        <p:nvSpPr>
          <p:cNvPr id="80" name="obj-189">
            <a:hlinkClick r:id="rId13" tooltip="Zoom into step 3" action="ppaction://hlinksldjump"/>
          </p:cNvPr>
          <p:cNvSpPr/>
          <p:nvPr/>
        </p:nvSpPr>
        <p:spPr>
          <a:xfrm>
            <a:off x="4937760" y="2011680"/>
            <a:ext cx="2057400" cy="868680"/>
          </a:xfrm>
          <a:prstGeom prst="rect">
            <a:avLst/>
          </a:prstGeom>
          <a:solidFill>
            <a:srgbClr val="FFFFFF">
              <a:alpha val="0"/>
            </a:srgbClr>
          </a:solidFill>
          <a:ln/>
        </p:spPr>
      </p:sp>
      <p:sp>
        <p:nvSpPr>
          <p:cNvPr id="81" name="obj-190">
            <a:hlinkClick r:id="rId14" tooltip="Zoom into step 3" action="ppaction://hlinksldjump"/>
          </p:cNvPr>
          <p:cNvSpPr/>
          <p:nvPr/>
        </p:nvSpPr>
        <p:spPr>
          <a:xfrm>
            <a:off x="4650638" y="3268066"/>
            <a:ext cx="548640" cy="548640"/>
          </a:xfrm>
          <a:prstGeom prst="rect">
            <a:avLst/>
          </a:prstGeom>
          <a:solidFill>
            <a:srgbClr val="FFFFFF">
              <a:alpha val="0"/>
            </a:srgbClr>
          </a:solidFill>
          <a:ln/>
        </p:spPr>
      </p:sp>
      <p:sp>
        <p:nvSpPr>
          <p:cNvPr id="82" name="obj-191">
            <a:hlinkClick r:id="rId15" tooltip="Zoom into step 4" action="ppaction://hlinksldjump"/>
          </p:cNvPr>
          <p:cNvSpPr/>
          <p:nvPr/>
        </p:nvSpPr>
        <p:spPr>
          <a:xfrm>
            <a:off x="7132320" y="2011680"/>
            <a:ext cx="2057400" cy="868680"/>
          </a:xfrm>
          <a:prstGeom prst="rect">
            <a:avLst/>
          </a:prstGeom>
          <a:solidFill>
            <a:srgbClr val="FFFFFF">
              <a:alpha val="0"/>
            </a:srgbClr>
          </a:solidFill>
          <a:ln/>
        </p:spPr>
      </p:sp>
      <p:sp>
        <p:nvSpPr>
          <p:cNvPr id="83" name="obj-192">
            <a:hlinkClick r:id="rId16" tooltip="Zoom into step 4" action="ppaction://hlinksldjump"/>
          </p:cNvPr>
          <p:cNvSpPr/>
          <p:nvPr/>
        </p:nvSpPr>
        <p:spPr>
          <a:xfrm>
            <a:off x="6266383" y="3803904"/>
            <a:ext cx="548640" cy="548640"/>
          </a:xfrm>
          <a:prstGeom prst="rect">
            <a:avLst/>
          </a:prstGeom>
          <a:solidFill>
            <a:srgbClr val="FFFFFF">
              <a:alpha val="0"/>
            </a:srgbClr>
          </a:solidFill>
          <a:ln/>
        </p:spPr>
      </p:sp>
      <p:sp>
        <p:nvSpPr>
          <p:cNvPr id="84" name="obj-193">
            <a:hlinkClick r:id="rId17" tooltip="Zoom into step 5" action="ppaction://hlinksldjump"/>
          </p:cNvPr>
          <p:cNvSpPr/>
          <p:nvPr/>
        </p:nvSpPr>
        <p:spPr>
          <a:xfrm>
            <a:off x="9326880" y="2011680"/>
            <a:ext cx="2316175" cy="868680"/>
          </a:xfrm>
          <a:prstGeom prst="rect">
            <a:avLst/>
          </a:prstGeom>
          <a:solidFill>
            <a:srgbClr val="FFFFFF">
              <a:alpha val="0"/>
            </a:srgbClr>
          </a:solidFill>
          <a:ln/>
        </p:spPr>
      </p:sp>
      <p:sp>
        <p:nvSpPr>
          <p:cNvPr id="85" name="obj-194">
            <a:hlinkClick r:id="rId18" tooltip="Zoom into step 5" action="ppaction://hlinksldjump"/>
          </p:cNvPr>
          <p:cNvSpPr/>
          <p:nvPr/>
        </p:nvSpPr>
        <p:spPr>
          <a:xfrm>
            <a:off x="8608162" y="4975250"/>
            <a:ext cx="548640" cy="548640"/>
          </a:xfrm>
          <a:prstGeom prst="rect">
            <a:avLst/>
          </a:prstGeom>
          <a:solidFill>
            <a:srgbClr val="FFFFFF">
              <a:alpha val="0"/>
            </a:srgbClr>
          </a:solidFill>
          <a:ln/>
        </p:spPr>
      </p:sp>
      <p:sp>
        <p:nvSpPr>
          <p:cNvPr id="86" name="obj-195">
            <a:hlinkClick r:id="rId19" tooltip="Zoom into step 6" action="ppaction://hlinksldjump"/>
          </p:cNvPr>
          <p:cNvSpPr/>
          <p:nvPr/>
        </p:nvSpPr>
        <p:spPr>
          <a:xfrm>
            <a:off x="6080760" y="5486400"/>
            <a:ext cx="2286000" cy="868680"/>
          </a:xfrm>
          <a:prstGeom prst="rect">
            <a:avLst/>
          </a:prstGeom>
          <a:solidFill>
            <a:srgbClr val="FFFFFF">
              <a:alpha val="0"/>
            </a:srgbClr>
          </a:solidFill>
          <a:ln/>
        </p:spPr>
      </p:sp>
      <p:sp>
        <p:nvSpPr>
          <p:cNvPr id="87" name="obj-196">
            <a:hlinkClick r:id="rId20" tooltip="Zoom into step 6" action="ppaction://hlinksldjump"/>
          </p:cNvPr>
          <p:cNvSpPr/>
          <p:nvPr/>
        </p:nvSpPr>
        <p:spPr>
          <a:xfrm>
            <a:off x="4942332" y="5324551"/>
            <a:ext cx="548640" cy="548640"/>
          </a:xfrm>
          <a:prstGeom prst="rect">
            <a:avLst/>
          </a:prstGeom>
          <a:solidFill>
            <a:srgbClr val="FFFFFF">
              <a:alpha val="0"/>
            </a:srgbClr>
          </a:solidFill>
          <a:ln/>
        </p:spPr>
      </p:sp>
      <p:sp>
        <p:nvSpPr>
          <p:cNvPr id="88" name="!!pgbar"/>
          <p:cNvSpPr txBox="1"/>
          <p:nvPr/>
        </p:nvSpPr>
        <p:spPr>
          <a:xfrm>
            <a:off x="694944" y="6382512"/>
            <a:ext cx="182880" cy="256032"/>
          </a:xfrm>
          <a:prstGeom prst="rect">
            <a:avLst/>
          </a:prstGeom>
          <a:noFill/>
          <a:ln/>
        </p:spPr>
        <p:txBody>
          <a:bodyPr wrap="square" lIns="0" tIns="0" rIns="0" bIns="0" rtlCol="0" anchor="ctr"/>
          <a:lstStyle/>
          <a:p>
            <a:pPr indent="0" marL="0">
              <a:buNone/>
            </a:pPr>
            <a:r>
              <a:rPr lang="en-US" sz="1200" dirty="0">
                <a:solidFill>
                  <a:schemeClr val="accent4"/>
                </a:solidFill>
              </a:rPr>
              <a:t>|</a:t>
            </a:r>
            <a:endParaRPr lang="en-US" sz="1200" dirty="0"/>
          </a:p>
        </p:txBody>
      </p:sp>
      <p:sp>
        <p:nvSpPr>
          <p:cNvPr id="25" name="Slide Number Placeholder 0"/>
          <p:cNvSpPr>
            <a:spLocks noGrp="1"/>
          </p:cNvSpPr>
          <p:nvPr>
            <p:ph type="sldNum" sz="quarter" idx="4294967295"/>
          </p:nvPr>
        </p:nvSpPr>
        <p:spPr>
          <a:xfrm>
            <a:off x="329184" y="6382512"/>
            <a:ext cx="329184" cy="256032"/>
          </a:xfrm>
          <a:prstGeom prst="rect">
            <a:avLst/>
          </a:prstGeom>
          <a:extLst>
            <a:ext uri="{C572A759-6A51-4108-AA02-DFA0A04FC94B}">
              <ma14:wrappingTextBoxFlag xmlns:ma14="http://schemas.microsoft.com/office/mac/drawingml/2011/main" val="0"/>
            </a:ext>
          </a:extLst>
        </p:spPr>
        <p:txBody>
          <a:bodyPr lIns="0" tIns="0" rIns="0" bIns="0" anchor="ctr"/>
          <a:lstStyle>
            <a:lvl1pPr>
              <a:defRPr sz="1200">
                <a:solidFill>
                  <a:schemeClr val="accent4"/>
                </a:solidFill>
              </a:defRPr>
            </a:lvl1pPr>
          </a:lstStyle>
          <a:p>
            <a:pPr algn="r"/>
            <a:fld id="{F7021451-1387-4CA6-816F-3879F97B5CBC}" type="slidenum">
              <a:rPr b="0" lang="en-US"/>
              <a:t>17</a:t>
            </a:fld>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theme/theme1.xml><?xml version="1.0" encoding="utf-8"?>
<a:theme xmlns:a="http://schemas.openxmlformats.org/drawingml/2006/main" name="FastPass ST Pearl">
  <a:themeElements>
    <a:clrScheme name="FastPass ST Pearl">
      <a:dk1>
        <a:srgbClr val="0B1526"/>
      </a:dk1>
      <a:lt1>
        <a:srgbClr val="FFFFFF"/>
      </a:lt1>
      <a:dk2>
        <a:srgbClr val="4A5870"/>
      </a:dk2>
      <a:lt2>
        <a:srgbClr val="F4F6F8"/>
      </a:lt2>
      <a:accent1>
        <a:srgbClr val="0B84AE"/>
      </a:accent1>
      <a:accent2>
        <a:srgbClr val="1E9E50"/>
      </a:accent2>
      <a:accent3>
        <a:srgbClr val="D97706"/>
      </a:accent3>
      <a:accent4>
        <a:srgbClr val="E3061A"/>
      </a:accent4>
      <a:accent5>
        <a:srgbClr val="E1E6ED"/>
      </a:accent5>
      <a:accent6>
        <a:srgbClr val="0B2545"/>
      </a:accent6>
      <a:hlink>
        <a:srgbClr val="0B84AE"/>
      </a:hlink>
      <a:folHlink>
        <a:srgbClr val="4A5870"/>
      </a:folHlink>
    </a:clrScheme>
    <a:fontScheme name="FastPass ST Pear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 Secure FastPass — journey slide options</dc:title>
  <dc:subject>PptxGenJS Presentation</dc:subject>
  <dc:creator>PptxGenJS</dc:creator>
  <cp:lastModifiedBy>PptxGenJS</cp:lastModifiedBy>
  <cp:revision>1</cp:revision>
  <dcterms:created xsi:type="dcterms:W3CDTF">2026-10-16T02:29:31Z</dcterms:created>
  <dcterms:modified xsi:type="dcterms:W3CDTF">2026-10-16T02:29:31Z</dcterms:modified>
</cp:coreProperties>
</file>